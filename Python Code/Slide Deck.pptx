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0C9B51-55B0-4C0B-9806-B84BAF632ECC}" type="doc">
      <dgm:prSet loTypeId="urn:microsoft.com/office/officeart/2024/layout/BulletTimelineInvert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65E21AD-DC09-4617-8BCB-AB0951553DE7}">
      <dgm:prSet phldrT="[Text]"/>
      <dgm:spPr/>
      <dgm:t>
        <a:bodyPr/>
        <a:lstStyle/>
        <a:p>
          <a:pPr>
            <a:defRPr b="1"/>
          </a:pPr>
          <a:r>
            <a:rPr lang="en-IN" b="0" dirty="0"/>
            <a:t>Raw </a:t>
          </a:r>
          <a:r>
            <a:rPr lang="en-IN" b="0" dirty="0" err="1"/>
            <a:t>NSE</a:t>
          </a:r>
          <a:r>
            <a:rPr lang="en-IN" b="0" dirty="0"/>
            <a:t> Data</a:t>
          </a:r>
        </a:p>
      </dgm:t>
    </dgm:pt>
    <dgm:pt modelId="{B1E150BF-2295-4FFD-BDFA-97FD86C9267F}" type="parTrans" cxnId="{BA778A76-C4E0-4BBD-B724-E20F6EF161DF}">
      <dgm:prSet/>
      <dgm:spPr/>
      <dgm:t>
        <a:bodyPr/>
        <a:lstStyle/>
        <a:p>
          <a:endParaRPr lang="en-IN" b="0"/>
        </a:p>
      </dgm:t>
    </dgm:pt>
    <dgm:pt modelId="{48D56A18-EB4E-4495-8AAD-397F6CC90699}" type="sibTrans" cxnId="{BA778A76-C4E0-4BBD-B724-E20F6EF161DF}">
      <dgm:prSet/>
      <dgm:spPr/>
      <dgm:t>
        <a:bodyPr/>
        <a:lstStyle/>
        <a:p>
          <a:endParaRPr lang="en-IN" b="0"/>
        </a:p>
      </dgm:t>
    </dgm:pt>
    <dgm:pt modelId="{E79D2027-548C-45F5-9B2D-432559491D6F}">
      <dgm:prSet phldrT="[Text]"/>
      <dgm:spPr/>
      <dgm:t>
        <a:bodyPr/>
        <a:lstStyle/>
        <a:p>
          <a:pPr>
            <a:defRPr b="1"/>
          </a:pPr>
          <a:r>
            <a:rPr lang="en-IN" b="0" dirty="0"/>
            <a:t>Merge Data</a:t>
          </a:r>
        </a:p>
      </dgm:t>
    </dgm:pt>
    <dgm:pt modelId="{C859F70A-C76E-418D-A125-F10600625B49}" type="parTrans" cxnId="{ED80E26B-67B0-4799-88DD-CD48CD02E364}">
      <dgm:prSet/>
      <dgm:spPr/>
      <dgm:t>
        <a:bodyPr/>
        <a:lstStyle/>
        <a:p>
          <a:endParaRPr lang="en-IN" b="0"/>
        </a:p>
      </dgm:t>
    </dgm:pt>
    <dgm:pt modelId="{182B82E5-0284-425F-9BF2-7835E80084E5}" type="sibTrans" cxnId="{ED80E26B-67B0-4799-88DD-CD48CD02E364}">
      <dgm:prSet/>
      <dgm:spPr/>
      <dgm:t>
        <a:bodyPr/>
        <a:lstStyle/>
        <a:p>
          <a:endParaRPr lang="en-IN" b="0"/>
        </a:p>
      </dgm:t>
    </dgm:pt>
    <dgm:pt modelId="{A6155982-C8A4-4DE4-9E89-AFB653DA6457}">
      <dgm:prSet phldrT="[Text]"/>
      <dgm:spPr/>
      <dgm:t>
        <a:bodyPr/>
        <a:lstStyle/>
        <a:p>
          <a:pPr>
            <a:defRPr b="1"/>
          </a:pPr>
          <a:r>
            <a:rPr lang="en-IN" b="0" dirty="0" err="1"/>
            <a:t>Backtesting</a:t>
          </a:r>
          <a:r>
            <a:rPr lang="en-IN" b="0" dirty="0"/>
            <a:t> Engine</a:t>
          </a:r>
        </a:p>
      </dgm:t>
    </dgm:pt>
    <dgm:pt modelId="{821C0EA7-4781-4499-8413-4D10428E2B4E}" type="parTrans" cxnId="{1678722E-799C-4F27-9368-D5AE09E666C7}">
      <dgm:prSet/>
      <dgm:spPr/>
      <dgm:t>
        <a:bodyPr/>
        <a:lstStyle/>
        <a:p>
          <a:endParaRPr lang="en-IN" b="0"/>
        </a:p>
      </dgm:t>
    </dgm:pt>
    <dgm:pt modelId="{9A78CAAF-2F52-4A9C-822D-5FF38CEE98BB}" type="sibTrans" cxnId="{1678722E-799C-4F27-9368-D5AE09E666C7}">
      <dgm:prSet/>
      <dgm:spPr/>
      <dgm:t>
        <a:bodyPr/>
        <a:lstStyle/>
        <a:p>
          <a:endParaRPr lang="en-IN" b="0"/>
        </a:p>
      </dgm:t>
    </dgm:pt>
    <dgm:pt modelId="{11887E0F-3AAF-416F-855D-41500E018FF8}">
      <dgm:prSet phldrT="[Text]" phldr="0"/>
      <dgm:spPr/>
      <dgm:t>
        <a:bodyPr/>
        <a:lstStyle/>
        <a:p>
          <a:pPr>
            <a:defRPr b="1"/>
          </a:pPr>
          <a:r>
            <a:rPr lang="en-IN" b="0" dirty="0"/>
            <a:t>Performance Metrics</a:t>
          </a:r>
        </a:p>
      </dgm:t>
    </dgm:pt>
    <dgm:pt modelId="{1E873E8E-9A05-46AD-9A83-04893169C0C4}" type="parTrans" cxnId="{F84BC733-E8BC-4D95-B077-458ED6CE36F0}">
      <dgm:prSet/>
      <dgm:spPr/>
      <dgm:t>
        <a:bodyPr/>
        <a:lstStyle/>
        <a:p>
          <a:endParaRPr lang="en-IN" b="0"/>
        </a:p>
      </dgm:t>
    </dgm:pt>
    <dgm:pt modelId="{8F92E89B-F3CC-40CA-B864-198D58A80AEA}" type="sibTrans" cxnId="{F84BC733-E8BC-4D95-B077-458ED6CE36F0}">
      <dgm:prSet/>
      <dgm:spPr/>
      <dgm:t>
        <a:bodyPr/>
        <a:lstStyle/>
        <a:p>
          <a:endParaRPr lang="en-IN" b="0"/>
        </a:p>
      </dgm:t>
    </dgm:pt>
    <dgm:pt modelId="{384AA79F-D953-400D-9EBB-8621217F3886}">
      <dgm:prSet phldrT="[Text]" phldr="0"/>
      <dgm:spPr/>
      <dgm:t>
        <a:bodyPr/>
        <a:lstStyle/>
        <a:p>
          <a:pPr>
            <a:defRPr b="1"/>
          </a:pPr>
          <a:r>
            <a:rPr lang="en-IN" b="0" dirty="0"/>
            <a:t>Market Regime Analysis</a:t>
          </a:r>
        </a:p>
      </dgm:t>
    </dgm:pt>
    <dgm:pt modelId="{D544571E-A71A-461D-9F11-E0430E360101}" type="parTrans" cxnId="{A6C72679-C98A-4F59-B815-C2AAC646195B}">
      <dgm:prSet/>
      <dgm:spPr/>
      <dgm:t>
        <a:bodyPr/>
        <a:lstStyle/>
        <a:p>
          <a:endParaRPr lang="en-IN" b="0"/>
        </a:p>
      </dgm:t>
    </dgm:pt>
    <dgm:pt modelId="{B27DE67E-13C9-42F0-B7D8-E00CBC6BA4FD}" type="sibTrans" cxnId="{A6C72679-C98A-4F59-B815-C2AAC646195B}">
      <dgm:prSet/>
      <dgm:spPr/>
      <dgm:t>
        <a:bodyPr/>
        <a:lstStyle/>
        <a:p>
          <a:endParaRPr lang="en-IN" b="0"/>
        </a:p>
      </dgm:t>
    </dgm:pt>
    <dgm:pt modelId="{1C4405D3-83B5-4352-9743-AEA9CEB5FDE0}">
      <dgm:prSet phldrT="[Text]" phldr="0"/>
      <dgm:spPr/>
      <dgm:t>
        <a:bodyPr/>
        <a:lstStyle/>
        <a:p>
          <a:pPr>
            <a:defRPr b="1"/>
          </a:pPr>
          <a:r>
            <a:rPr lang="en-IN" b="0" dirty="0"/>
            <a:t>Strategy Comparison</a:t>
          </a:r>
        </a:p>
      </dgm:t>
    </dgm:pt>
    <dgm:pt modelId="{EB964210-407A-448F-89F6-C82A6D288209}" type="parTrans" cxnId="{98BF27B1-4E5F-41A8-9EDC-6E29A524C6AA}">
      <dgm:prSet/>
      <dgm:spPr/>
      <dgm:t>
        <a:bodyPr/>
        <a:lstStyle/>
        <a:p>
          <a:endParaRPr lang="en-IN" b="0"/>
        </a:p>
      </dgm:t>
    </dgm:pt>
    <dgm:pt modelId="{B26AC731-804F-42E4-8D82-890426CFECF2}" type="sibTrans" cxnId="{98BF27B1-4E5F-41A8-9EDC-6E29A524C6AA}">
      <dgm:prSet/>
      <dgm:spPr/>
      <dgm:t>
        <a:bodyPr/>
        <a:lstStyle/>
        <a:p>
          <a:endParaRPr lang="en-IN" b="0"/>
        </a:p>
      </dgm:t>
    </dgm:pt>
    <dgm:pt modelId="{5FAA9D9D-05DE-4382-80A1-AEBCFABCAD65}">
      <dgm:prSet phldrT="[Text]" phldr="0"/>
      <dgm:spPr/>
      <dgm:t>
        <a:bodyPr/>
        <a:lstStyle/>
        <a:p>
          <a:pPr>
            <a:defRPr b="1"/>
          </a:pPr>
          <a:r>
            <a:rPr lang="en-US" b="0" dirty="0"/>
            <a:t>Charts Generation</a:t>
          </a:r>
          <a:endParaRPr lang="en-IN" b="0" dirty="0"/>
        </a:p>
      </dgm:t>
    </dgm:pt>
    <dgm:pt modelId="{EF91BFAF-6E4D-4295-8893-AE9434FBEB4C}" type="parTrans" cxnId="{72A37995-576F-4D17-965A-D12DE298885D}">
      <dgm:prSet/>
      <dgm:spPr/>
      <dgm:t>
        <a:bodyPr/>
        <a:lstStyle/>
        <a:p>
          <a:endParaRPr lang="en-IN" b="0"/>
        </a:p>
      </dgm:t>
    </dgm:pt>
    <dgm:pt modelId="{E0F6219C-869E-40DE-A449-0EC096A5421E}" type="sibTrans" cxnId="{72A37995-576F-4D17-965A-D12DE298885D}">
      <dgm:prSet/>
      <dgm:spPr/>
      <dgm:t>
        <a:bodyPr/>
        <a:lstStyle/>
        <a:p>
          <a:endParaRPr lang="en-IN" b="0"/>
        </a:p>
      </dgm:t>
    </dgm:pt>
    <dgm:pt modelId="{FC6BFE0D-5563-491D-9DC8-4EE06653820F}" type="pres">
      <dgm:prSet presAssocID="{B60C9B51-55B0-4C0B-9806-B84BAF632ECC}" presName="root" presStyleCnt="0">
        <dgm:presLayoutVars>
          <dgm:dir/>
          <dgm:animLvl val="lvl"/>
        </dgm:presLayoutVars>
      </dgm:prSet>
      <dgm:spPr/>
    </dgm:pt>
    <dgm:pt modelId="{235A7DE7-A012-4FCC-86E2-2202654BCFBE}" type="pres">
      <dgm:prSet presAssocID="{B60C9B51-55B0-4C0B-9806-B84BAF632ECC}" presName="divider" presStyleCnt="0"/>
      <dgm:spPr/>
    </dgm:pt>
    <dgm:pt modelId="{D7A6174E-2F13-44EF-9416-56B17CC272AB}" type="pres">
      <dgm:prSet presAssocID="{B60C9B51-55B0-4C0B-9806-B84BAF632ECC}" presName="rectBar" presStyleLbl="dkBgShp" presStyleIdx="0" presStyleCnt="9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E2BAAEFF-599C-452F-8382-1AD32D270636}" type="pres">
      <dgm:prSet presAssocID="{B60C9B51-55B0-4C0B-9806-B84BAF632ECC}" presName="chevronArrow" presStyleLbl="dkBgShp" presStyleIdx="1" presStyleCnt="9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7262C14D-4493-4563-AA3F-0DC909000C02}" type="pres">
      <dgm:prSet presAssocID="{B60C9B51-55B0-4C0B-9806-B84BAF632ECC}" presName="nodes" presStyleCnt="0">
        <dgm:presLayoutVars>
          <dgm:chMax/>
          <dgm:chPref/>
          <dgm:animLvl val="lvl"/>
        </dgm:presLayoutVars>
      </dgm:prSet>
      <dgm:spPr/>
    </dgm:pt>
    <dgm:pt modelId="{EB95959D-831A-43FE-959B-946A4996DBDB}" type="pres">
      <dgm:prSet presAssocID="{F65E21AD-DC09-4617-8BCB-AB0951553DE7}" presName="composite" presStyleCnt="0"/>
      <dgm:spPr/>
    </dgm:pt>
    <dgm:pt modelId="{6F182491-E404-474A-9CE3-EF094D903571}" type="pres">
      <dgm:prSet presAssocID="{F65E21AD-DC09-4617-8BCB-AB0951553DE7}" presName="DropPinPlaceHolder" presStyleCnt="0"/>
      <dgm:spPr/>
    </dgm:pt>
    <dgm:pt modelId="{BD9B864B-35FA-4503-AE3C-F0A1E98A7A2A}" type="pres">
      <dgm:prSet presAssocID="{F65E21AD-DC09-4617-8BCB-AB0951553DE7}" presName="DropPin" presStyleLbl="alignNode1" presStyleIdx="0" presStyleCnt="7"/>
      <dgm:spPr/>
    </dgm:pt>
    <dgm:pt modelId="{C88D9841-3825-4828-BD2A-CA4C93AA41D0}" type="pres">
      <dgm:prSet presAssocID="{F65E21AD-DC09-4617-8BCB-AB0951553DE7}" presName="Ellipse" presStyleLbl="fgAcc1" presStyleIdx="0" presStyleCnt="7"/>
      <dgm:spPr/>
    </dgm:pt>
    <dgm:pt modelId="{8C1E22A5-3BBE-4BC1-BBE7-9146AADB81F9}" type="pres">
      <dgm:prSet presAssocID="{F65E21AD-DC09-4617-8BCB-AB0951553DE7}" presName="L2TextContainer" presStyleLbl="revTx" presStyleIdx="0" presStyleCnt="14">
        <dgm:presLayoutVars>
          <dgm:bulletEnabled val="1"/>
        </dgm:presLayoutVars>
      </dgm:prSet>
      <dgm:spPr/>
    </dgm:pt>
    <dgm:pt modelId="{F9139B86-0795-4825-81A4-31E8A847E5C3}" type="pres">
      <dgm:prSet presAssocID="{F65E21AD-DC09-4617-8BCB-AB0951553DE7}" presName="L1TextContainer" presStyleLbl="revTx" presStyleIdx="1" presStyleCnt="14">
        <dgm:presLayoutVars>
          <dgm:chMax val="1"/>
          <dgm:chPref val="1"/>
          <dgm:bulletEnabled val="1"/>
        </dgm:presLayoutVars>
      </dgm:prSet>
      <dgm:spPr/>
    </dgm:pt>
    <dgm:pt modelId="{7192B651-546A-45D2-BCF7-DEAC9625C1A4}" type="pres">
      <dgm:prSet presAssocID="{F65E21AD-DC09-4617-8BCB-AB0951553DE7}" presName="ConnectLine" presStyleLbl="dkBgShp" presStyleIdx="2" presStyleCnt="9"/>
      <dgm:spPr/>
    </dgm:pt>
    <dgm:pt modelId="{8D5D3E78-2AA4-4D52-BDAC-D2C2310C526A}" type="pres">
      <dgm:prSet presAssocID="{F65E21AD-DC09-4617-8BCB-AB0951553DE7}" presName="ConnectorPoint" presStyleCnt="0"/>
      <dgm:spPr/>
    </dgm:pt>
    <dgm:pt modelId="{B40F83D4-07AC-48EE-B4CE-C727E753AFAE}" type="pres">
      <dgm:prSet presAssocID="{F65E21AD-DC09-4617-8BCB-AB0951553DE7}" presName="Bullet" presStyleLbl="lnNode1" presStyleIdx="0" presStyleCnt="7"/>
      <dgm:spPr/>
    </dgm:pt>
    <dgm:pt modelId="{C6DC2AA5-1A19-464C-A658-36D31D2F377A}" type="pres">
      <dgm:prSet presAssocID="{F65E21AD-DC09-4617-8BCB-AB0951553DE7}" presName="EmptyPlaceHolder" presStyleCnt="0"/>
      <dgm:spPr/>
    </dgm:pt>
    <dgm:pt modelId="{2A5171D9-815C-4941-ACED-E1FECEEF800A}" type="pres">
      <dgm:prSet presAssocID="{48D56A18-EB4E-4495-8AAD-397F6CC90699}" presName="spaceBetweenRectangles" presStyleCnt="0"/>
      <dgm:spPr/>
    </dgm:pt>
    <dgm:pt modelId="{4EBBDA24-C7BF-49E5-B20B-CE93515B0F01}" type="pres">
      <dgm:prSet presAssocID="{E79D2027-548C-45F5-9B2D-432559491D6F}" presName="composite" presStyleCnt="0"/>
      <dgm:spPr/>
    </dgm:pt>
    <dgm:pt modelId="{597B200F-88C8-415B-8A6C-2EC9DC1F2DFA}" type="pres">
      <dgm:prSet presAssocID="{E79D2027-548C-45F5-9B2D-432559491D6F}" presName="DropPinPlaceHolder" presStyleCnt="0"/>
      <dgm:spPr/>
    </dgm:pt>
    <dgm:pt modelId="{2E6B788D-0D26-4E6B-8062-13C1390E4CE7}" type="pres">
      <dgm:prSet presAssocID="{E79D2027-548C-45F5-9B2D-432559491D6F}" presName="DropPin" presStyleLbl="alignNode1" presStyleIdx="1" presStyleCnt="7"/>
      <dgm:spPr/>
    </dgm:pt>
    <dgm:pt modelId="{7919BD34-2952-48E1-BFE0-279E4F68DC2A}" type="pres">
      <dgm:prSet presAssocID="{E79D2027-548C-45F5-9B2D-432559491D6F}" presName="Ellipse" presStyleLbl="fgAcc1" presStyleIdx="1" presStyleCnt="7"/>
      <dgm:spPr/>
    </dgm:pt>
    <dgm:pt modelId="{7C1CB227-4DD4-4221-AFC4-641E1440F9E9}" type="pres">
      <dgm:prSet presAssocID="{E79D2027-548C-45F5-9B2D-432559491D6F}" presName="L2TextContainer" presStyleLbl="revTx" presStyleIdx="2" presStyleCnt="14">
        <dgm:presLayoutVars>
          <dgm:bulletEnabled val="1"/>
        </dgm:presLayoutVars>
      </dgm:prSet>
      <dgm:spPr/>
    </dgm:pt>
    <dgm:pt modelId="{5EC06C44-EA3A-4506-9FE9-49F5E1AEA3F0}" type="pres">
      <dgm:prSet presAssocID="{E79D2027-548C-45F5-9B2D-432559491D6F}" presName="L1TextContainer" presStyleLbl="revTx" presStyleIdx="3" presStyleCnt="14">
        <dgm:presLayoutVars>
          <dgm:chMax val="1"/>
          <dgm:chPref val="1"/>
          <dgm:bulletEnabled val="1"/>
        </dgm:presLayoutVars>
      </dgm:prSet>
      <dgm:spPr/>
    </dgm:pt>
    <dgm:pt modelId="{972E6A73-DCAA-4E64-93EC-4B013E2FA15E}" type="pres">
      <dgm:prSet presAssocID="{E79D2027-548C-45F5-9B2D-432559491D6F}" presName="ConnectLine" presStyleLbl="dkBgShp" presStyleIdx="3" presStyleCnt="9"/>
      <dgm:spPr/>
    </dgm:pt>
    <dgm:pt modelId="{D496C36B-C651-4637-9457-9484C78B8F0E}" type="pres">
      <dgm:prSet presAssocID="{E79D2027-548C-45F5-9B2D-432559491D6F}" presName="ConnectorPoint" presStyleCnt="0"/>
      <dgm:spPr/>
    </dgm:pt>
    <dgm:pt modelId="{94485207-1B74-4384-98A4-0C95BF25AC55}" type="pres">
      <dgm:prSet presAssocID="{E79D2027-548C-45F5-9B2D-432559491D6F}" presName="Bullet" presStyleLbl="lnNode1" presStyleIdx="1" presStyleCnt="7"/>
      <dgm:spPr/>
    </dgm:pt>
    <dgm:pt modelId="{A8D5E99A-19AB-4B11-8108-334975992129}" type="pres">
      <dgm:prSet presAssocID="{E79D2027-548C-45F5-9B2D-432559491D6F}" presName="EmptyPlaceHolder" presStyleCnt="0"/>
      <dgm:spPr/>
    </dgm:pt>
    <dgm:pt modelId="{7F7451D9-30FD-42C2-82EE-37FFF94011A7}" type="pres">
      <dgm:prSet presAssocID="{182B82E5-0284-425F-9BF2-7835E80084E5}" presName="spaceBetweenRectangles" presStyleCnt="0"/>
      <dgm:spPr/>
    </dgm:pt>
    <dgm:pt modelId="{E76BFF0A-1A5E-4C5F-8EAD-72FA478ED1F3}" type="pres">
      <dgm:prSet presAssocID="{A6155982-C8A4-4DE4-9E89-AFB653DA6457}" presName="composite" presStyleCnt="0"/>
      <dgm:spPr/>
    </dgm:pt>
    <dgm:pt modelId="{7249B5A2-9C6F-414C-A4F6-D873F058D5A4}" type="pres">
      <dgm:prSet presAssocID="{A6155982-C8A4-4DE4-9E89-AFB653DA6457}" presName="DropPinPlaceHolder" presStyleCnt="0"/>
      <dgm:spPr/>
    </dgm:pt>
    <dgm:pt modelId="{EF12A842-C3FB-4510-92FE-5BC021A16846}" type="pres">
      <dgm:prSet presAssocID="{A6155982-C8A4-4DE4-9E89-AFB653DA6457}" presName="DropPin" presStyleLbl="alignNode1" presStyleIdx="2" presStyleCnt="7"/>
      <dgm:spPr/>
    </dgm:pt>
    <dgm:pt modelId="{0D32E348-45CE-474B-83E2-B24773A0D20E}" type="pres">
      <dgm:prSet presAssocID="{A6155982-C8A4-4DE4-9E89-AFB653DA6457}" presName="Ellipse" presStyleLbl="fgAcc1" presStyleIdx="2" presStyleCnt="7"/>
      <dgm:spPr/>
    </dgm:pt>
    <dgm:pt modelId="{30840937-6A36-4D43-9564-51F22AE74009}" type="pres">
      <dgm:prSet presAssocID="{A6155982-C8A4-4DE4-9E89-AFB653DA6457}" presName="L2TextContainer" presStyleLbl="revTx" presStyleIdx="4" presStyleCnt="14">
        <dgm:presLayoutVars>
          <dgm:bulletEnabled val="1"/>
        </dgm:presLayoutVars>
      </dgm:prSet>
      <dgm:spPr/>
    </dgm:pt>
    <dgm:pt modelId="{3D72CBE7-3014-49B1-A80E-57363B2CA049}" type="pres">
      <dgm:prSet presAssocID="{A6155982-C8A4-4DE4-9E89-AFB653DA6457}" presName="L1TextContainer" presStyleLbl="revTx" presStyleIdx="5" presStyleCnt="14">
        <dgm:presLayoutVars>
          <dgm:chMax val="1"/>
          <dgm:chPref val="1"/>
          <dgm:bulletEnabled val="1"/>
        </dgm:presLayoutVars>
      </dgm:prSet>
      <dgm:spPr/>
    </dgm:pt>
    <dgm:pt modelId="{BA99AE2D-C0F6-4683-BDAA-DCF46D911F3C}" type="pres">
      <dgm:prSet presAssocID="{A6155982-C8A4-4DE4-9E89-AFB653DA6457}" presName="ConnectLine" presStyleLbl="dkBgShp" presStyleIdx="4" presStyleCnt="9"/>
      <dgm:spPr/>
    </dgm:pt>
    <dgm:pt modelId="{ABBF9BCE-74CA-46E3-8520-A794B0E904F6}" type="pres">
      <dgm:prSet presAssocID="{A6155982-C8A4-4DE4-9E89-AFB653DA6457}" presName="ConnectorPoint" presStyleCnt="0"/>
      <dgm:spPr/>
    </dgm:pt>
    <dgm:pt modelId="{39472699-2CAB-4076-A308-BE3500C857E4}" type="pres">
      <dgm:prSet presAssocID="{A6155982-C8A4-4DE4-9E89-AFB653DA6457}" presName="Bullet" presStyleLbl="lnNode1" presStyleIdx="2" presStyleCnt="7"/>
      <dgm:spPr/>
    </dgm:pt>
    <dgm:pt modelId="{5B682C3B-E6D6-417D-A846-A8D238FCCBF7}" type="pres">
      <dgm:prSet presAssocID="{A6155982-C8A4-4DE4-9E89-AFB653DA6457}" presName="EmptyPlaceHolder" presStyleCnt="0"/>
      <dgm:spPr/>
    </dgm:pt>
    <dgm:pt modelId="{D931BF84-1783-4BFF-893C-3C1EC6FD8C2A}" type="pres">
      <dgm:prSet presAssocID="{9A78CAAF-2F52-4A9C-822D-5FF38CEE98BB}" presName="spaceBetweenRectangles" presStyleCnt="0"/>
      <dgm:spPr/>
    </dgm:pt>
    <dgm:pt modelId="{810CBE75-6D79-4455-8B39-A9D0931374C7}" type="pres">
      <dgm:prSet presAssocID="{11887E0F-3AAF-416F-855D-41500E018FF8}" presName="composite" presStyleCnt="0"/>
      <dgm:spPr/>
    </dgm:pt>
    <dgm:pt modelId="{2B9B10FC-D1BA-48B2-8FBB-31F8643D9FCF}" type="pres">
      <dgm:prSet presAssocID="{11887E0F-3AAF-416F-855D-41500E018FF8}" presName="DropPinPlaceHolder" presStyleCnt="0"/>
      <dgm:spPr/>
    </dgm:pt>
    <dgm:pt modelId="{E5441381-0A38-438B-A22A-FE8E51DC478A}" type="pres">
      <dgm:prSet presAssocID="{11887E0F-3AAF-416F-855D-41500E018FF8}" presName="DropPin" presStyleLbl="alignNode1" presStyleIdx="3" presStyleCnt="7"/>
      <dgm:spPr/>
    </dgm:pt>
    <dgm:pt modelId="{D7A85557-FB84-40A8-8E21-44E1BEFC94CC}" type="pres">
      <dgm:prSet presAssocID="{11887E0F-3AAF-416F-855D-41500E018FF8}" presName="Ellipse" presStyleLbl="fgAcc1" presStyleIdx="3" presStyleCnt="7"/>
      <dgm:spPr/>
    </dgm:pt>
    <dgm:pt modelId="{281FC485-47F0-4DA8-BBE8-A07808340319}" type="pres">
      <dgm:prSet presAssocID="{11887E0F-3AAF-416F-855D-41500E018FF8}" presName="L2TextContainer" presStyleLbl="revTx" presStyleIdx="6" presStyleCnt="14">
        <dgm:presLayoutVars>
          <dgm:bulletEnabled val="1"/>
        </dgm:presLayoutVars>
      </dgm:prSet>
      <dgm:spPr/>
    </dgm:pt>
    <dgm:pt modelId="{95168C0A-11A3-444D-BC82-33609C80B809}" type="pres">
      <dgm:prSet presAssocID="{11887E0F-3AAF-416F-855D-41500E018FF8}" presName="L1TextContainer" presStyleLbl="revTx" presStyleIdx="7" presStyleCnt="14">
        <dgm:presLayoutVars>
          <dgm:chMax val="1"/>
          <dgm:chPref val="1"/>
          <dgm:bulletEnabled val="1"/>
        </dgm:presLayoutVars>
      </dgm:prSet>
      <dgm:spPr/>
    </dgm:pt>
    <dgm:pt modelId="{CDAFFE68-973B-4B1E-BF98-ACC92F6FD832}" type="pres">
      <dgm:prSet presAssocID="{11887E0F-3AAF-416F-855D-41500E018FF8}" presName="ConnectLine" presStyleLbl="dkBgShp" presStyleIdx="5" presStyleCnt="9"/>
      <dgm:spPr/>
    </dgm:pt>
    <dgm:pt modelId="{0EA2C64E-F23A-4707-8D01-44F858179244}" type="pres">
      <dgm:prSet presAssocID="{11887E0F-3AAF-416F-855D-41500E018FF8}" presName="ConnectorPoint" presStyleCnt="0"/>
      <dgm:spPr/>
    </dgm:pt>
    <dgm:pt modelId="{CA4F6A32-C13D-4600-ADB9-F72A9AAEE653}" type="pres">
      <dgm:prSet presAssocID="{11887E0F-3AAF-416F-855D-41500E018FF8}" presName="Bullet" presStyleLbl="lnNode1" presStyleIdx="3" presStyleCnt="7"/>
      <dgm:spPr/>
    </dgm:pt>
    <dgm:pt modelId="{B6C5A8DE-767D-41C0-B297-7681BB58F036}" type="pres">
      <dgm:prSet presAssocID="{11887E0F-3AAF-416F-855D-41500E018FF8}" presName="EmptyPlaceHolder" presStyleCnt="0"/>
      <dgm:spPr/>
    </dgm:pt>
    <dgm:pt modelId="{9556E300-A4B7-4E08-8A4A-5036425209DB}" type="pres">
      <dgm:prSet presAssocID="{8F92E89B-F3CC-40CA-B864-198D58A80AEA}" presName="spaceBetweenRectangles" presStyleCnt="0"/>
      <dgm:spPr/>
    </dgm:pt>
    <dgm:pt modelId="{604F010A-574B-4568-8600-C955BE61B8E4}" type="pres">
      <dgm:prSet presAssocID="{5FAA9D9D-05DE-4382-80A1-AEBCFABCAD65}" presName="composite" presStyleCnt="0"/>
      <dgm:spPr/>
    </dgm:pt>
    <dgm:pt modelId="{49E6854D-0235-4190-8C12-349EE553DDAB}" type="pres">
      <dgm:prSet presAssocID="{5FAA9D9D-05DE-4382-80A1-AEBCFABCAD65}" presName="DropPinPlaceHolder" presStyleCnt="0"/>
      <dgm:spPr/>
    </dgm:pt>
    <dgm:pt modelId="{A4F4CA78-3D05-469A-9449-CBB5C7216079}" type="pres">
      <dgm:prSet presAssocID="{5FAA9D9D-05DE-4382-80A1-AEBCFABCAD65}" presName="DropPin" presStyleLbl="alignNode1" presStyleIdx="4" presStyleCnt="7"/>
      <dgm:spPr/>
    </dgm:pt>
    <dgm:pt modelId="{191D0E25-0A71-429A-8516-BA347EE39361}" type="pres">
      <dgm:prSet presAssocID="{5FAA9D9D-05DE-4382-80A1-AEBCFABCAD65}" presName="Ellipse" presStyleLbl="fgAcc1" presStyleIdx="4" presStyleCnt="7"/>
      <dgm:spPr/>
    </dgm:pt>
    <dgm:pt modelId="{F839F6E1-5476-40ED-9FBC-7EA2EFE9DDD5}" type="pres">
      <dgm:prSet presAssocID="{5FAA9D9D-05DE-4382-80A1-AEBCFABCAD65}" presName="L2TextContainer" presStyleLbl="revTx" presStyleIdx="8" presStyleCnt="14">
        <dgm:presLayoutVars>
          <dgm:bulletEnabled val="1"/>
        </dgm:presLayoutVars>
      </dgm:prSet>
      <dgm:spPr/>
    </dgm:pt>
    <dgm:pt modelId="{9F438C9E-7123-459A-9A1D-A2293A73A521}" type="pres">
      <dgm:prSet presAssocID="{5FAA9D9D-05DE-4382-80A1-AEBCFABCAD65}" presName="L1TextContainer" presStyleLbl="revTx" presStyleIdx="9" presStyleCnt="14">
        <dgm:presLayoutVars>
          <dgm:chMax val="1"/>
          <dgm:chPref val="1"/>
          <dgm:bulletEnabled val="1"/>
        </dgm:presLayoutVars>
      </dgm:prSet>
      <dgm:spPr/>
    </dgm:pt>
    <dgm:pt modelId="{9DD3BB79-A11D-439A-AEA7-C3FBB04E7823}" type="pres">
      <dgm:prSet presAssocID="{5FAA9D9D-05DE-4382-80A1-AEBCFABCAD65}" presName="ConnectLine" presStyleLbl="dkBgShp" presStyleIdx="6" presStyleCnt="9"/>
      <dgm:spPr/>
    </dgm:pt>
    <dgm:pt modelId="{E0803920-FF8E-4C74-96FC-2775BCB00D2E}" type="pres">
      <dgm:prSet presAssocID="{5FAA9D9D-05DE-4382-80A1-AEBCFABCAD65}" presName="ConnectorPoint" presStyleCnt="0"/>
      <dgm:spPr/>
    </dgm:pt>
    <dgm:pt modelId="{5B063D3F-BA8C-4518-9611-530B10590D1A}" type="pres">
      <dgm:prSet presAssocID="{5FAA9D9D-05DE-4382-80A1-AEBCFABCAD65}" presName="Bullet" presStyleLbl="lnNode1" presStyleIdx="4" presStyleCnt="7"/>
      <dgm:spPr/>
    </dgm:pt>
    <dgm:pt modelId="{B195E200-0B15-47AB-90ED-023CDDA70CF1}" type="pres">
      <dgm:prSet presAssocID="{5FAA9D9D-05DE-4382-80A1-AEBCFABCAD65}" presName="EmptyPlaceHolder" presStyleCnt="0"/>
      <dgm:spPr/>
    </dgm:pt>
    <dgm:pt modelId="{966BA870-9C33-47D7-B07A-A61638DCCF24}" type="pres">
      <dgm:prSet presAssocID="{E0F6219C-869E-40DE-A449-0EC096A5421E}" presName="spaceBetweenRectangles" presStyleCnt="0"/>
      <dgm:spPr/>
    </dgm:pt>
    <dgm:pt modelId="{BD1FF0FF-D615-4F69-AA7F-A033DC15D26F}" type="pres">
      <dgm:prSet presAssocID="{384AA79F-D953-400D-9EBB-8621217F3886}" presName="composite" presStyleCnt="0"/>
      <dgm:spPr/>
    </dgm:pt>
    <dgm:pt modelId="{F6033ABD-E4BB-43A7-9DB0-1B806CAE2433}" type="pres">
      <dgm:prSet presAssocID="{384AA79F-D953-400D-9EBB-8621217F3886}" presName="DropPinPlaceHolder" presStyleCnt="0"/>
      <dgm:spPr/>
    </dgm:pt>
    <dgm:pt modelId="{1E01B98E-DBA6-4327-B8AA-981472EE7660}" type="pres">
      <dgm:prSet presAssocID="{384AA79F-D953-400D-9EBB-8621217F3886}" presName="DropPin" presStyleLbl="alignNode1" presStyleIdx="5" presStyleCnt="7"/>
      <dgm:spPr/>
    </dgm:pt>
    <dgm:pt modelId="{B5023982-9EA7-4559-A58F-DF39454E3E3B}" type="pres">
      <dgm:prSet presAssocID="{384AA79F-D953-400D-9EBB-8621217F3886}" presName="Ellipse" presStyleLbl="fgAcc1" presStyleIdx="5" presStyleCnt="7"/>
      <dgm:spPr/>
    </dgm:pt>
    <dgm:pt modelId="{90394248-2F57-4B21-A9AA-04DFE0FAB15B}" type="pres">
      <dgm:prSet presAssocID="{384AA79F-D953-400D-9EBB-8621217F3886}" presName="L2TextContainer" presStyleLbl="revTx" presStyleIdx="10" presStyleCnt="14">
        <dgm:presLayoutVars>
          <dgm:bulletEnabled val="1"/>
        </dgm:presLayoutVars>
      </dgm:prSet>
      <dgm:spPr/>
    </dgm:pt>
    <dgm:pt modelId="{3EDC679B-FDF3-4926-9EB5-F78164A5E500}" type="pres">
      <dgm:prSet presAssocID="{384AA79F-D953-400D-9EBB-8621217F3886}" presName="L1TextContainer" presStyleLbl="revTx" presStyleIdx="11" presStyleCnt="14">
        <dgm:presLayoutVars>
          <dgm:chMax val="1"/>
          <dgm:chPref val="1"/>
          <dgm:bulletEnabled val="1"/>
        </dgm:presLayoutVars>
      </dgm:prSet>
      <dgm:spPr/>
    </dgm:pt>
    <dgm:pt modelId="{C33E5000-788B-4C31-80E0-88191675C2ED}" type="pres">
      <dgm:prSet presAssocID="{384AA79F-D953-400D-9EBB-8621217F3886}" presName="ConnectLine" presStyleLbl="dkBgShp" presStyleIdx="7" presStyleCnt="9"/>
      <dgm:spPr/>
    </dgm:pt>
    <dgm:pt modelId="{21B47A71-F56F-467A-945D-99B5266E851D}" type="pres">
      <dgm:prSet presAssocID="{384AA79F-D953-400D-9EBB-8621217F3886}" presName="ConnectorPoint" presStyleCnt="0"/>
      <dgm:spPr/>
    </dgm:pt>
    <dgm:pt modelId="{26E457E8-D3CB-4B4A-A1D2-BAB45A125D8B}" type="pres">
      <dgm:prSet presAssocID="{384AA79F-D953-400D-9EBB-8621217F3886}" presName="Bullet" presStyleLbl="lnNode1" presStyleIdx="5" presStyleCnt="7"/>
      <dgm:spPr/>
    </dgm:pt>
    <dgm:pt modelId="{A4DC36C3-FCA0-4A0A-A2CF-792653BE5356}" type="pres">
      <dgm:prSet presAssocID="{384AA79F-D953-400D-9EBB-8621217F3886}" presName="EmptyPlaceHolder" presStyleCnt="0"/>
      <dgm:spPr/>
    </dgm:pt>
    <dgm:pt modelId="{518DB7E0-7F15-475C-83D8-BCDB2BC77EF4}" type="pres">
      <dgm:prSet presAssocID="{B27DE67E-13C9-42F0-B7D8-E00CBC6BA4FD}" presName="spaceBetweenRectangles" presStyleCnt="0"/>
      <dgm:spPr/>
    </dgm:pt>
    <dgm:pt modelId="{553BC914-A089-4474-93FB-EE2353A9CDE0}" type="pres">
      <dgm:prSet presAssocID="{1C4405D3-83B5-4352-9743-AEA9CEB5FDE0}" presName="composite" presStyleCnt="0"/>
      <dgm:spPr/>
    </dgm:pt>
    <dgm:pt modelId="{48BDFA38-E4DB-4D69-9293-16A181BC94B2}" type="pres">
      <dgm:prSet presAssocID="{1C4405D3-83B5-4352-9743-AEA9CEB5FDE0}" presName="DropPinPlaceHolder" presStyleCnt="0"/>
      <dgm:spPr/>
    </dgm:pt>
    <dgm:pt modelId="{39E7FCDC-9B04-4775-BD20-589966EF8848}" type="pres">
      <dgm:prSet presAssocID="{1C4405D3-83B5-4352-9743-AEA9CEB5FDE0}" presName="DropPin" presStyleLbl="alignNode1" presStyleIdx="6" presStyleCnt="7"/>
      <dgm:spPr/>
    </dgm:pt>
    <dgm:pt modelId="{53513846-A21F-4DEB-858E-9928E9F9B4D9}" type="pres">
      <dgm:prSet presAssocID="{1C4405D3-83B5-4352-9743-AEA9CEB5FDE0}" presName="Ellipse" presStyleLbl="fgAcc1" presStyleIdx="6" presStyleCnt="7"/>
      <dgm:spPr/>
    </dgm:pt>
    <dgm:pt modelId="{D7F1C8C5-46DD-421C-B912-B9197B606104}" type="pres">
      <dgm:prSet presAssocID="{1C4405D3-83B5-4352-9743-AEA9CEB5FDE0}" presName="L2TextContainer" presStyleLbl="revTx" presStyleIdx="12" presStyleCnt="14">
        <dgm:presLayoutVars>
          <dgm:bulletEnabled val="1"/>
        </dgm:presLayoutVars>
      </dgm:prSet>
      <dgm:spPr/>
    </dgm:pt>
    <dgm:pt modelId="{BBCF7298-F936-419E-ABFE-1C5792139E76}" type="pres">
      <dgm:prSet presAssocID="{1C4405D3-83B5-4352-9743-AEA9CEB5FDE0}" presName="L1TextContainer" presStyleLbl="revTx" presStyleIdx="13" presStyleCnt="14">
        <dgm:presLayoutVars>
          <dgm:chMax val="1"/>
          <dgm:chPref val="1"/>
          <dgm:bulletEnabled val="1"/>
        </dgm:presLayoutVars>
      </dgm:prSet>
      <dgm:spPr/>
    </dgm:pt>
    <dgm:pt modelId="{CA6E44D3-3EDF-40B0-A09B-727E2EF454FA}" type="pres">
      <dgm:prSet presAssocID="{1C4405D3-83B5-4352-9743-AEA9CEB5FDE0}" presName="ConnectLine" presStyleLbl="dkBgShp" presStyleIdx="8" presStyleCnt="9"/>
      <dgm:spPr/>
    </dgm:pt>
    <dgm:pt modelId="{48F28D61-4A46-464A-BF30-C408E08A3665}" type="pres">
      <dgm:prSet presAssocID="{1C4405D3-83B5-4352-9743-AEA9CEB5FDE0}" presName="ConnectorPoint" presStyleCnt="0"/>
      <dgm:spPr/>
    </dgm:pt>
    <dgm:pt modelId="{81E1BCF9-CBA6-455A-AED5-5F118131465F}" type="pres">
      <dgm:prSet presAssocID="{1C4405D3-83B5-4352-9743-AEA9CEB5FDE0}" presName="Bullet" presStyleLbl="lnNode1" presStyleIdx="6" presStyleCnt="7"/>
      <dgm:spPr/>
    </dgm:pt>
    <dgm:pt modelId="{6B9A5703-ACD6-4BA8-8A12-8998501E2FE0}" type="pres">
      <dgm:prSet presAssocID="{1C4405D3-83B5-4352-9743-AEA9CEB5FDE0}" presName="EmptyPlaceHolder" presStyleCnt="0"/>
      <dgm:spPr/>
    </dgm:pt>
  </dgm:ptLst>
  <dgm:cxnLst>
    <dgm:cxn modelId="{F6428B0D-6072-42DD-8A66-15ED1C72F6D5}" type="presOf" srcId="{5FAA9D9D-05DE-4382-80A1-AEBCFABCAD65}" destId="{9F438C9E-7123-459A-9A1D-A2293A73A521}" srcOrd="0" destOrd="0" presId="urn:microsoft.com/office/officeart/2024/layout/BulletTimelineInverted"/>
    <dgm:cxn modelId="{1678722E-799C-4F27-9368-D5AE09E666C7}" srcId="{B60C9B51-55B0-4C0B-9806-B84BAF632ECC}" destId="{A6155982-C8A4-4DE4-9E89-AFB653DA6457}" srcOrd="2" destOrd="0" parTransId="{821C0EA7-4781-4499-8413-4D10428E2B4E}" sibTransId="{9A78CAAF-2F52-4A9C-822D-5FF38CEE98BB}"/>
    <dgm:cxn modelId="{F84BC733-E8BC-4D95-B077-458ED6CE36F0}" srcId="{B60C9B51-55B0-4C0B-9806-B84BAF632ECC}" destId="{11887E0F-3AAF-416F-855D-41500E018FF8}" srcOrd="3" destOrd="0" parTransId="{1E873E8E-9A05-46AD-9A83-04893169C0C4}" sibTransId="{8F92E89B-F3CC-40CA-B864-198D58A80AEA}"/>
    <dgm:cxn modelId="{3CA94460-BAAD-4F1B-A3F2-5E41F459E1A4}" type="presOf" srcId="{F65E21AD-DC09-4617-8BCB-AB0951553DE7}" destId="{F9139B86-0795-4825-81A4-31E8A847E5C3}" srcOrd="0" destOrd="0" presId="urn:microsoft.com/office/officeart/2024/layout/BulletTimelineInverted"/>
    <dgm:cxn modelId="{823FE349-0693-4FCB-9858-6A6A6D00F4C3}" type="presOf" srcId="{384AA79F-D953-400D-9EBB-8621217F3886}" destId="{3EDC679B-FDF3-4926-9EB5-F78164A5E500}" srcOrd="0" destOrd="0" presId="urn:microsoft.com/office/officeart/2024/layout/BulletTimelineInverted"/>
    <dgm:cxn modelId="{ED80E26B-67B0-4799-88DD-CD48CD02E364}" srcId="{B60C9B51-55B0-4C0B-9806-B84BAF632ECC}" destId="{E79D2027-548C-45F5-9B2D-432559491D6F}" srcOrd="1" destOrd="0" parTransId="{C859F70A-C76E-418D-A125-F10600625B49}" sibTransId="{182B82E5-0284-425F-9BF2-7835E80084E5}"/>
    <dgm:cxn modelId="{403B1A6C-3595-44DF-925E-7E769F39FE56}" type="presOf" srcId="{A6155982-C8A4-4DE4-9E89-AFB653DA6457}" destId="{3D72CBE7-3014-49B1-A80E-57363B2CA049}" srcOrd="0" destOrd="0" presId="urn:microsoft.com/office/officeart/2024/layout/BulletTimelineInverted"/>
    <dgm:cxn modelId="{79044E4D-3090-49A4-A789-2BC31086528F}" type="presOf" srcId="{B60C9B51-55B0-4C0B-9806-B84BAF632ECC}" destId="{FC6BFE0D-5563-491D-9DC8-4EE06653820F}" srcOrd="0" destOrd="0" presId="urn:microsoft.com/office/officeart/2024/layout/BulletTimelineInverted"/>
    <dgm:cxn modelId="{A1749271-1FAA-4B8C-991E-4DFBA94F8A87}" type="presOf" srcId="{11887E0F-3AAF-416F-855D-41500E018FF8}" destId="{95168C0A-11A3-444D-BC82-33609C80B809}" srcOrd="0" destOrd="0" presId="urn:microsoft.com/office/officeart/2024/layout/BulletTimelineInverted"/>
    <dgm:cxn modelId="{BA778A76-C4E0-4BBD-B724-E20F6EF161DF}" srcId="{B60C9B51-55B0-4C0B-9806-B84BAF632ECC}" destId="{F65E21AD-DC09-4617-8BCB-AB0951553DE7}" srcOrd="0" destOrd="0" parTransId="{B1E150BF-2295-4FFD-BDFA-97FD86C9267F}" sibTransId="{48D56A18-EB4E-4495-8AAD-397F6CC90699}"/>
    <dgm:cxn modelId="{A6C72679-C98A-4F59-B815-C2AAC646195B}" srcId="{B60C9B51-55B0-4C0B-9806-B84BAF632ECC}" destId="{384AA79F-D953-400D-9EBB-8621217F3886}" srcOrd="5" destOrd="0" parTransId="{D544571E-A71A-461D-9F11-E0430E360101}" sibTransId="{B27DE67E-13C9-42F0-B7D8-E00CBC6BA4FD}"/>
    <dgm:cxn modelId="{72A37995-576F-4D17-965A-D12DE298885D}" srcId="{B60C9B51-55B0-4C0B-9806-B84BAF632ECC}" destId="{5FAA9D9D-05DE-4382-80A1-AEBCFABCAD65}" srcOrd="4" destOrd="0" parTransId="{EF91BFAF-6E4D-4295-8893-AE9434FBEB4C}" sibTransId="{E0F6219C-869E-40DE-A449-0EC096A5421E}"/>
    <dgm:cxn modelId="{5F8D239A-5164-49D7-9489-917D26DFAAAB}" type="presOf" srcId="{E79D2027-548C-45F5-9B2D-432559491D6F}" destId="{5EC06C44-EA3A-4506-9FE9-49F5E1AEA3F0}" srcOrd="0" destOrd="0" presId="urn:microsoft.com/office/officeart/2024/layout/BulletTimelineInverted"/>
    <dgm:cxn modelId="{98BF27B1-4E5F-41A8-9EDC-6E29A524C6AA}" srcId="{B60C9B51-55B0-4C0B-9806-B84BAF632ECC}" destId="{1C4405D3-83B5-4352-9743-AEA9CEB5FDE0}" srcOrd="6" destOrd="0" parTransId="{EB964210-407A-448F-89F6-C82A6D288209}" sibTransId="{B26AC731-804F-42E4-8D82-890426CFECF2}"/>
    <dgm:cxn modelId="{0C03A0E8-6CBE-4A09-9A74-A646F6D757DD}" type="presOf" srcId="{1C4405D3-83B5-4352-9743-AEA9CEB5FDE0}" destId="{BBCF7298-F936-419E-ABFE-1C5792139E76}" srcOrd="0" destOrd="0" presId="urn:microsoft.com/office/officeart/2024/layout/BulletTimelineInverted"/>
    <dgm:cxn modelId="{0646F69D-991F-4B18-B8C2-FBCA3496121F}" type="presParOf" srcId="{FC6BFE0D-5563-491D-9DC8-4EE06653820F}" destId="{235A7DE7-A012-4FCC-86E2-2202654BCFBE}" srcOrd="0" destOrd="0" presId="urn:microsoft.com/office/officeart/2024/layout/BulletTimelineInverted"/>
    <dgm:cxn modelId="{BB82B70C-4F6D-4BE9-8075-5EB96E006B97}" type="presParOf" srcId="{235A7DE7-A012-4FCC-86E2-2202654BCFBE}" destId="{D7A6174E-2F13-44EF-9416-56B17CC272AB}" srcOrd="0" destOrd="0" presId="urn:microsoft.com/office/officeart/2024/layout/BulletTimelineInverted"/>
    <dgm:cxn modelId="{6E6BBC65-0A85-4187-A6D2-A2C39F1033F2}" type="presParOf" srcId="{235A7DE7-A012-4FCC-86E2-2202654BCFBE}" destId="{E2BAAEFF-599C-452F-8382-1AD32D270636}" srcOrd="1" destOrd="0" presId="urn:microsoft.com/office/officeart/2024/layout/BulletTimelineInverted"/>
    <dgm:cxn modelId="{83801B37-76FC-4DD4-9801-EA01CC3C4EB9}" type="presParOf" srcId="{FC6BFE0D-5563-491D-9DC8-4EE06653820F}" destId="{7262C14D-4493-4563-AA3F-0DC909000C02}" srcOrd="1" destOrd="0" presId="urn:microsoft.com/office/officeart/2024/layout/BulletTimelineInverted"/>
    <dgm:cxn modelId="{3E05A545-52C7-40E8-A3CE-321AF934E7DA}" type="presParOf" srcId="{7262C14D-4493-4563-AA3F-0DC909000C02}" destId="{EB95959D-831A-43FE-959B-946A4996DBDB}" srcOrd="0" destOrd="0" presId="urn:microsoft.com/office/officeart/2024/layout/BulletTimelineInverted"/>
    <dgm:cxn modelId="{92A4AE9D-4AA7-4026-B90E-03E5458B2211}" type="presParOf" srcId="{EB95959D-831A-43FE-959B-946A4996DBDB}" destId="{6F182491-E404-474A-9CE3-EF094D903571}" srcOrd="0" destOrd="0" presId="urn:microsoft.com/office/officeart/2024/layout/BulletTimelineInverted"/>
    <dgm:cxn modelId="{8707927C-F05E-484A-9FD4-8FA4FAB82C05}" type="presParOf" srcId="{6F182491-E404-474A-9CE3-EF094D903571}" destId="{BD9B864B-35FA-4503-AE3C-F0A1E98A7A2A}" srcOrd="0" destOrd="0" presId="urn:microsoft.com/office/officeart/2024/layout/BulletTimelineInverted"/>
    <dgm:cxn modelId="{970DDEBB-3EB2-4DDC-9426-634CB4CC6D60}" type="presParOf" srcId="{6F182491-E404-474A-9CE3-EF094D903571}" destId="{C88D9841-3825-4828-BD2A-CA4C93AA41D0}" srcOrd="1" destOrd="0" presId="urn:microsoft.com/office/officeart/2024/layout/BulletTimelineInverted"/>
    <dgm:cxn modelId="{FCC87E5C-18AC-4C0D-BA01-C733AA2C1FA0}" type="presParOf" srcId="{EB95959D-831A-43FE-959B-946A4996DBDB}" destId="{8C1E22A5-3BBE-4BC1-BBE7-9146AADB81F9}" srcOrd="1" destOrd="0" presId="urn:microsoft.com/office/officeart/2024/layout/BulletTimelineInverted"/>
    <dgm:cxn modelId="{8AF6F6F9-D9E5-4606-AACE-982CEB614CE0}" type="presParOf" srcId="{EB95959D-831A-43FE-959B-946A4996DBDB}" destId="{F9139B86-0795-4825-81A4-31E8A847E5C3}" srcOrd="2" destOrd="0" presId="urn:microsoft.com/office/officeart/2024/layout/BulletTimelineInverted"/>
    <dgm:cxn modelId="{B580C489-EE62-4BE4-A35A-57C3487C9718}" type="presParOf" srcId="{EB95959D-831A-43FE-959B-946A4996DBDB}" destId="{7192B651-546A-45D2-BCF7-DEAC9625C1A4}" srcOrd="3" destOrd="0" presId="urn:microsoft.com/office/officeart/2024/layout/BulletTimelineInverted"/>
    <dgm:cxn modelId="{10A32D9E-8075-4F8E-BF52-EB1BD40400C0}" type="presParOf" srcId="{EB95959D-831A-43FE-959B-946A4996DBDB}" destId="{8D5D3E78-2AA4-4D52-BDAC-D2C2310C526A}" srcOrd="4" destOrd="0" presId="urn:microsoft.com/office/officeart/2024/layout/BulletTimelineInverted"/>
    <dgm:cxn modelId="{0EECFB8E-C908-40DD-8CCF-1460AB7333D4}" type="presParOf" srcId="{8D5D3E78-2AA4-4D52-BDAC-D2C2310C526A}" destId="{B40F83D4-07AC-48EE-B4CE-C727E753AFAE}" srcOrd="0" destOrd="0" presId="urn:microsoft.com/office/officeart/2024/layout/BulletTimelineInverted"/>
    <dgm:cxn modelId="{4EDC4E60-6FA4-4E25-A948-05A6B1BF19E5}" type="presParOf" srcId="{EB95959D-831A-43FE-959B-946A4996DBDB}" destId="{C6DC2AA5-1A19-464C-A658-36D31D2F377A}" srcOrd="5" destOrd="0" presId="urn:microsoft.com/office/officeart/2024/layout/BulletTimelineInverted"/>
    <dgm:cxn modelId="{26ABDACF-5A1C-4BB4-B3CD-012E906C29FE}" type="presParOf" srcId="{7262C14D-4493-4563-AA3F-0DC909000C02}" destId="{2A5171D9-815C-4941-ACED-E1FECEEF800A}" srcOrd="1" destOrd="0" presId="urn:microsoft.com/office/officeart/2024/layout/BulletTimelineInverted"/>
    <dgm:cxn modelId="{C334043B-DDA4-4B96-800C-B47DBF671605}" type="presParOf" srcId="{7262C14D-4493-4563-AA3F-0DC909000C02}" destId="{4EBBDA24-C7BF-49E5-B20B-CE93515B0F01}" srcOrd="2" destOrd="0" presId="urn:microsoft.com/office/officeart/2024/layout/BulletTimelineInverted"/>
    <dgm:cxn modelId="{9EF75603-7BE2-4FF9-9188-B2CCF8CFAD13}" type="presParOf" srcId="{4EBBDA24-C7BF-49E5-B20B-CE93515B0F01}" destId="{597B200F-88C8-415B-8A6C-2EC9DC1F2DFA}" srcOrd="0" destOrd="0" presId="urn:microsoft.com/office/officeart/2024/layout/BulletTimelineInverted"/>
    <dgm:cxn modelId="{A59C63A8-3092-41B0-A9B3-397AA4496DD7}" type="presParOf" srcId="{597B200F-88C8-415B-8A6C-2EC9DC1F2DFA}" destId="{2E6B788D-0D26-4E6B-8062-13C1390E4CE7}" srcOrd="0" destOrd="0" presId="urn:microsoft.com/office/officeart/2024/layout/BulletTimelineInverted"/>
    <dgm:cxn modelId="{2E03F84D-0875-4F10-8C13-D81F744BB1E9}" type="presParOf" srcId="{597B200F-88C8-415B-8A6C-2EC9DC1F2DFA}" destId="{7919BD34-2952-48E1-BFE0-279E4F68DC2A}" srcOrd="1" destOrd="0" presId="urn:microsoft.com/office/officeart/2024/layout/BulletTimelineInverted"/>
    <dgm:cxn modelId="{9BEBEDCB-CFD7-4D5C-A3D3-45F92C2F083E}" type="presParOf" srcId="{4EBBDA24-C7BF-49E5-B20B-CE93515B0F01}" destId="{7C1CB227-4DD4-4221-AFC4-641E1440F9E9}" srcOrd="1" destOrd="0" presId="urn:microsoft.com/office/officeart/2024/layout/BulletTimelineInverted"/>
    <dgm:cxn modelId="{875FC746-DEE7-4EE5-B090-63D19ED69476}" type="presParOf" srcId="{4EBBDA24-C7BF-49E5-B20B-CE93515B0F01}" destId="{5EC06C44-EA3A-4506-9FE9-49F5E1AEA3F0}" srcOrd="2" destOrd="0" presId="urn:microsoft.com/office/officeart/2024/layout/BulletTimelineInverted"/>
    <dgm:cxn modelId="{0A6894BD-9245-4710-8B05-4CD7EE3F5C04}" type="presParOf" srcId="{4EBBDA24-C7BF-49E5-B20B-CE93515B0F01}" destId="{972E6A73-DCAA-4E64-93EC-4B013E2FA15E}" srcOrd="3" destOrd="0" presId="urn:microsoft.com/office/officeart/2024/layout/BulletTimelineInverted"/>
    <dgm:cxn modelId="{B5419615-513D-49E9-8D7B-C6AC0E904B84}" type="presParOf" srcId="{4EBBDA24-C7BF-49E5-B20B-CE93515B0F01}" destId="{D496C36B-C651-4637-9457-9484C78B8F0E}" srcOrd="4" destOrd="0" presId="urn:microsoft.com/office/officeart/2024/layout/BulletTimelineInverted"/>
    <dgm:cxn modelId="{64BC9D6A-D7EE-47AA-95B2-2E335DED16D6}" type="presParOf" srcId="{D496C36B-C651-4637-9457-9484C78B8F0E}" destId="{94485207-1B74-4384-98A4-0C95BF25AC55}" srcOrd="0" destOrd="0" presId="urn:microsoft.com/office/officeart/2024/layout/BulletTimelineInverted"/>
    <dgm:cxn modelId="{3DC7895B-C46A-4622-A643-7BCD210951F8}" type="presParOf" srcId="{4EBBDA24-C7BF-49E5-B20B-CE93515B0F01}" destId="{A8D5E99A-19AB-4B11-8108-334975992129}" srcOrd="5" destOrd="0" presId="urn:microsoft.com/office/officeart/2024/layout/BulletTimelineInverted"/>
    <dgm:cxn modelId="{7ADFEF04-6619-49EE-9C6D-F735082D5B30}" type="presParOf" srcId="{7262C14D-4493-4563-AA3F-0DC909000C02}" destId="{7F7451D9-30FD-42C2-82EE-37FFF94011A7}" srcOrd="3" destOrd="0" presId="urn:microsoft.com/office/officeart/2024/layout/BulletTimelineInverted"/>
    <dgm:cxn modelId="{3A42BF83-4BFC-4623-B62E-334A47C1778F}" type="presParOf" srcId="{7262C14D-4493-4563-AA3F-0DC909000C02}" destId="{E76BFF0A-1A5E-4C5F-8EAD-72FA478ED1F3}" srcOrd="4" destOrd="0" presId="urn:microsoft.com/office/officeart/2024/layout/BulletTimelineInverted"/>
    <dgm:cxn modelId="{870C31E3-4957-4F4A-A5D2-633FC82B9E3A}" type="presParOf" srcId="{E76BFF0A-1A5E-4C5F-8EAD-72FA478ED1F3}" destId="{7249B5A2-9C6F-414C-A4F6-D873F058D5A4}" srcOrd="0" destOrd="0" presId="urn:microsoft.com/office/officeart/2024/layout/BulletTimelineInverted"/>
    <dgm:cxn modelId="{4655F5D3-C007-4297-93DF-B15DC9C00700}" type="presParOf" srcId="{7249B5A2-9C6F-414C-A4F6-D873F058D5A4}" destId="{EF12A842-C3FB-4510-92FE-5BC021A16846}" srcOrd="0" destOrd="0" presId="urn:microsoft.com/office/officeart/2024/layout/BulletTimelineInverted"/>
    <dgm:cxn modelId="{60AAFC71-3645-4626-90D4-07FC03340C58}" type="presParOf" srcId="{7249B5A2-9C6F-414C-A4F6-D873F058D5A4}" destId="{0D32E348-45CE-474B-83E2-B24773A0D20E}" srcOrd="1" destOrd="0" presId="urn:microsoft.com/office/officeart/2024/layout/BulletTimelineInverted"/>
    <dgm:cxn modelId="{B235D2F8-A86D-4881-97F1-67636ADF1A68}" type="presParOf" srcId="{E76BFF0A-1A5E-4C5F-8EAD-72FA478ED1F3}" destId="{30840937-6A36-4D43-9564-51F22AE74009}" srcOrd="1" destOrd="0" presId="urn:microsoft.com/office/officeart/2024/layout/BulletTimelineInverted"/>
    <dgm:cxn modelId="{EC9FCF8F-6A24-4DE2-82CE-98411B408795}" type="presParOf" srcId="{E76BFF0A-1A5E-4C5F-8EAD-72FA478ED1F3}" destId="{3D72CBE7-3014-49B1-A80E-57363B2CA049}" srcOrd="2" destOrd="0" presId="urn:microsoft.com/office/officeart/2024/layout/BulletTimelineInverted"/>
    <dgm:cxn modelId="{29351DDE-E794-442C-966C-41CDEC15B276}" type="presParOf" srcId="{E76BFF0A-1A5E-4C5F-8EAD-72FA478ED1F3}" destId="{BA99AE2D-C0F6-4683-BDAA-DCF46D911F3C}" srcOrd="3" destOrd="0" presId="urn:microsoft.com/office/officeart/2024/layout/BulletTimelineInverted"/>
    <dgm:cxn modelId="{9158C49D-C2CF-48E5-AC64-F0764F4CB656}" type="presParOf" srcId="{E76BFF0A-1A5E-4C5F-8EAD-72FA478ED1F3}" destId="{ABBF9BCE-74CA-46E3-8520-A794B0E904F6}" srcOrd="4" destOrd="0" presId="urn:microsoft.com/office/officeart/2024/layout/BulletTimelineInverted"/>
    <dgm:cxn modelId="{2616ED69-9A40-4644-A7CC-164C057C3CB1}" type="presParOf" srcId="{ABBF9BCE-74CA-46E3-8520-A794B0E904F6}" destId="{39472699-2CAB-4076-A308-BE3500C857E4}" srcOrd="0" destOrd="0" presId="urn:microsoft.com/office/officeart/2024/layout/BulletTimelineInverted"/>
    <dgm:cxn modelId="{BC27A80B-66C4-4200-9B5E-C340D1DDBFAC}" type="presParOf" srcId="{E76BFF0A-1A5E-4C5F-8EAD-72FA478ED1F3}" destId="{5B682C3B-E6D6-417D-A846-A8D238FCCBF7}" srcOrd="5" destOrd="0" presId="urn:microsoft.com/office/officeart/2024/layout/BulletTimelineInverted"/>
    <dgm:cxn modelId="{F543B3AB-2804-49D0-82E6-A0E150E90079}" type="presParOf" srcId="{7262C14D-4493-4563-AA3F-0DC909000C02}" destId="{D931BF84-1783-4BFF-893C-3C1EC6FD8C2A}" srcOrd="5" destOrd="0" presId="urn:microsoft.com/office/officeart/2024/layout/BulletTimelineInverted"/>
    <dgm:cxn modelId="{C7E17BC4-B946-4290-812E-F650E0A6FA61}" type="presParOf" srcId="{7262C14D-4493-4563-AA3F-0DC909000C02}" destId="{810CBE75-6D79-4455-8B39-A9D0931374C7}" srcOrd="6" destOrd="0" presId="urn:microsoft.com/office/officeart/2024/layout/BulletTimelineInverted"/>
    <dgm:cxn modelId="{795EEF7D-14CA-45BF-B902-6631F13DC94D}" type="presParOf" srcId="{810CBE75-6D79-4455-8B39-A9D0931374C7}" destId="{2B9B10FC-D1BA-48B2-8FBB-31F8643D9FCF}" srcOrd="0" destOrd="0" presId="urn:microsoft.com/office/officeart/2024/layout/BulletTimelineInverted"/>
    <dgm:cxn modelId="{D8A74118-609D-4AD2-9F09-28F7993B015B}" type="presParOf" srcId="{2B9B10FC-D1BA-48B2-8FBB-31F8643D9FCF}" destId="{E5441381-0A38-438B-A22A-FE8E51DC478A}" srcOrd="0" destOrd="0" presId="urn:microsoft.com/office/officeart/2024/layout/BulletTimelineInverted"/>
    <dgm:cxn modelId="{48E3F686-E754-4AFC-81F4-18BF1993D1B1}" type="presParOf" srcId="{2B9B10FC-D1BA-48B2-8FBB-31F8643D9FCF}" destId="{D7A85557-FB84-40A8-8E21-44E1BEFC94CC}" srcOrd="1" destOrd="0" presId="urn:microsoft.com/office/officeart/2024/layout/BulletTimelineInverted"/>
    <dgm:cxn modelId="{EF76A86D-EA3D-4C3D-B03D-920E1E07047C}" type="presParOf" srcId="{810CBE75-6D79-4455-8B39-A9D0931374C7}" destId="{281FC485-47F0-4DA8-BBE8-A07808340319}" srcOrd="1" destOrd="0" presId="urn:microsoft.com/office/officeart/2024/layout/BulletTimelineInverted"/>
    <dgm:cxn modelId="{AE1C8CBD-606F-422B-A1F0-F22BC4DDA8DB}" type="presParOf" srcId="{810CBE75-6D79-4455-8B39-A9D0931374C7}" destId="{95168C0A-11A3-444D-BC82-33609C80B809}" srcOrd="2" destOrd="0" presId="urn:microsoft.com/office/officeart/2024/layout/BulletTimelineInverted"/>
    <dgm:cxn modelId="{27EFBD2C-F7EA-466B-80AF-591F1BFEFDB7}" type="presParOf" srcId="{810CBE75-6D79-4455-8B39-A9D0931374C7}" destId="{CDAFFE68-973B-4B1E-BF98-ACC92F6FD832}" srcOrd="3" destOrd="0" presId="urn:microsoft.com/office/officeart/2024/layout/BulletTimelineInverted"/>
    <dgm:cxn modelId="{4F443860-12CF-422E-B55E-A408A7408F90}" type="presParOf" srcId="{810CBE75-6D79-4455-8B39-A9D0931374C7}" destId="{0EA2C64E-F23A-4707-8D01-44F858179244}" srcOrd="4" destOrd="0" presId="urn:microsoft.com/office/officeart/2024/layout/BulletTimelineInverted"/>
    <dgm:cxn modelId="{12FEB25B-174F-427A-BC7C-6BB2D5902844}" type="presParOf" srcId="{0EA2C64E-F23A-4707-8D01-44F858179244}" destId="{CA4F6A32-C13D-4600-ADB9-F72A9AAEE653}" srcOrd="0" destOrd="0" presId="urn:microsoft.com/office/officeart/2024/layout/BulletTimelineInverted"/>
    <dgm:cxn modelId="{D4F3F323-0A6E-4134-851A-DEBCFE9E7B7F}" type="presParOf" srcId="{810CBE75-6D79-4455-8B39-A9D0931374C7}" destId="{B6C5A8DE-767D-41C0-B297-7681BB58F036}" srcOrd="5" destOrd="0" presId="urn:microsoft.com/office/officeart/2024/layout/BulletTimelineInverted"/>
    <dgm:cxn modelId="{F81CC817-ABE5-4C58-8623-4156B2935CCE}" type="presParOf" srcId="{7262C14D-4493-4563-AA3F-0DC909000C02}" destId="{9556E300-A4B7-4E08-8A4A-5036425209DB}" srcOrd="7" destOrd="0" presId="urn:microsoft.com/office/officeart/2024/layout/BulletTimelineInverted"/>
    <dgm:cxn modelId="{AD08D803-C6E4-479E-8331-D36E7E8CFAE3}" type="presParOf" srcId="{7262C14D-4493-4563-AA3F-0DC909000C02}" destId="{604F010A-574B-4568-8600-C955BE61B8E4}" srcOrd="8" destOrd="0" presId="urn:microsoft.com/office/officeart/2024/layout/BulletTimelineInverted"/>
    <dgm:cxn modelId="{E67C2BD6-44F6-4E14-B234-AFBE4A1AFFC3}" type="presParOf" srcId="{604F010A-574B-4568-8600-C955BE61B8E4}" destId="{49E6854D-0235-4190-8C12-349EE553DDAB}" srcOrd="0" destOrd="0" presId="urn:microsoft.com/office/officeart/2024/layout/BulletTimelineInverted"/>
    <dgm:cxn modelId="{9DD754A0-4DC6-4637-ABD3-58F8D12C2E06}" type="presParOf" srcId="{49E6854D-0235-4190-8C12-349EE553DDAB}" destId="{A4F4CA78-3D05-469A-9449-CBB5C7216079}" srcOrd="0" destOrd="0" presId="urn:microsoft.com/office/officeart/2024/layout/BulletTimelineInverted"/>
    <dgm:cxn modelId="{4B20EF74-EF60-4153-9899-F858B35F7884}" type="presParOf" srcId="{49E6854D-0235-4190-8C12-349EE553DDAB}" destId="{191D0E25-0A71-429A-8516-BA347EE39361}" srcOrd="1" destOrd="0" presId="urn:microsoft.com/office/officeart/2024/layout/BulletTimelineInverted"/>
    <dgm:cxn modelId="{1DA9C38C-AE51-4B14-817C-2643A533F382}" type="presParOf" srcId="{604F010A-574B-4568-8600-C955BE61B8E4}" destId="{F839F6E1-5476-40ED-9FBC-7EA2EFE9DDD5}" srcOrd="1" destOrd="0" presId="urn:microsoft.com/office/officeart/2024/layout/BulletTimelineInverted"/>
    <dgm:cxn modelId="{05C79201-27F1-4FFC-9695-E79C347B0EE8}" type="presParOf" srcId="{604F010A-574B-4568-8600-C955BE61B8E4}" destId="{9F438C9E-7123-459A-9A1D-A2293A73A521}" srcOrd="2" destOrd="0" presId="urn:microsoft.com/office/officeart/2024/layout/BulletTimelineInverted"/>
    <dgm:cxn modelId="{02FD1D2B-595A-468F-AB5B-6EB94749FF9E}" type="presParOf" srcId="{604F010A-574B-4568-8600-C955BE61B8E4}" destId="{9DD3BB79-A11D-439A-AEA7-C3FBB04E7823}" srcOrd="3" destOrd="0" presId="urn:microsoft.com/office/officeart/2024/layout/BulletTimelineInverted"/>
    <dgm:cxn modelId="{DC2369EB-D60F-4C6B-90A3-FA5EE79841B3}" type="presParOf" srcId="{604F010A-574B-4568-8600-C955BE61B8E4}" destId="{E0803920-FF8E-4C74-96FC-2775BCB00D2E}" srcOrd="4" destOrd="0" presId="urn:microsoft.com/office/officeart/2024/layout/BulletTimelineInverted"/>
    <dgm:cxn modelId="{2D0F7A65-4FFF-47DB-AC2F-CC33C70332FA}" type="presParOf" srcId="{E0803920-FF8E-4C74-96FC-2775BCB00D2E}" destId="{5B063D3F-BA8C-4518-9611-530B10590D1A}" srcOrd="0" destOrd="0" presId="urn:microsoft.com/office/officeart/2024/layout/BulletTimelineInverted"/>
    <dgm:cxn modelId="{462BFE2E-26CE-4691-A149-6E96880B0E25}" type="presParOf" srcId="{604F010A-574B-4568-8600-C955BE61B8E4}" destId="{B195E200-0B15-47AB-90ED-023CDDA70CF1}" srcOrd="5" destOrd="0" presId="urn:microsoft.com/office/officeart/2024/layout/BulletTimelineInverted"/>
    <dgm:cxn modelId="{A107CB53-3098-45B1-A41E-70FB583063AF}" type="presParOf" srcId="{7262C14D-4493-4563-AA3F-0DC909000C02}" destId="{966BA870-9C33-47D7-B07A-A61638DCCF24}" srcOrd="9" destOrd="0" presId="urn:microsoft.com/office/officeart/2024/layout/BulletTimelineInverted"/>
    <dgm:cxn modelId="{F6ED90D0-5C21-4A26-B03E-08AB5F16B501}" type="presParOf" srcId="{7262C14D-4493-4563-AA3F-0DC909000C02}" destId="{BD1FF0FF-D615-4F69-AA7F-A033DC15D26F}" srcOrd="10" destOrd="0" presId="urn:microsoft.com/office/officeart/2024/layout/BulletTimelineInverted"/>
    <dgm:cxn modelId="{CE2D1CAB-0310-44DA-A8D2-FB53E3A32DB8}" type="presParOf" srcId="{BD1FF0FF-D615-4F69-AA7F-A033DC15D26F}" destId="{F6033ABD-E4BB-43A7-9DB0-1B806CAE2433}" srcOrd="0" destOrd="0" presId="urn:microsoft.com/office/officeart/2024/layout/BulletTimelineInverted"/>
    <dgm:cxn modelId="{D451310A-7CF7-4905-9F8E-AFA407308CBB}" type="presParOf" srcId="{F6033ABD-E4BB-43A7-9DB0-1B806CAE2433}" destId="{1E01B98E-DBA6-4327-B8AA-981472EE7660}" srcOrd="0" destOrd="0" presId="urn:microsoft.com/office/officeart/2024/layout/BulletTimelineInverted"/>
    <dgm:cxn modelId="{68729499-8025-4C5E-971A-6003238F1B78}" type="presParOf" srcId="{F6033ABD-E4BB-43A7-9DB0-1B806CAE2433}" destId="{B5023982-9EA7-4559-A58F-DF39454E3E3B}" srcOrd="1" destOrd="0" presId="urn:microsoft.com/office/officeart/2024/layout/BulletTimelineInverted"/>
    <dgm:cxn modelId="{2C49C563-55EB-48A6-A795-889A6B933AC1}" type="presParOf" srcId="{BD1FF0FF-D615-4F69-AA7F-A033DC15D26F}" destId="{90394248-2F57-4B21-A9AA-04DFE0FAB15B}" srcOrd="1" destOrd="0" presId="urn:microsoft.com/office/officeart/2024/layout/BulletTimelineInverted"/>
    <dgm:cxn modelId="{3E601465-188F-4619-A4EF-AFE7A1AFF7E3}" type="presParOf" srcId="{BD1FF0FF-D615-4F69-AA7F-A033DC15D26F}" destId="{3EDC679B-FDF3-4926-9EB5-F78164A5E500}" srcOrd="2" destOrd="0" presId="urn:microsoft.com/office/officeart/2024/layout/BulletTimelineInverted"/>
    <dgm:cxn modelId="{078FE2C9-07EA-4533-BFA1-E8676A03B223}" type="presParOf" srcId="{BD1FF0FF-D615-4F69-AA7F-A033DC15D26F}" destId="{C33E5000-788B-4C31-80E0-88191675C2ED}" srcOrd="3" destOrd="0" presId="urn:microsoft.com/office/officeart/2024/layout/BulletTimelineInverted"/>
    <dgm:cxn modelId="{303844FE-851C-4C86-80A8-EA8207A68C31}" type="presParOf" srcId="{BD1FF0FF-D615-4F69-AA7F-A033DC15D26F}" destId="{21B47A71-F56F-467A-945D-99B5266E851D}" srcOrd="4" destOrd="0" presId="urn:microsoft.com/office/officeart/2024/layout/BulletTimelineInverted"/>
    <dgm:cxn modelId="{CD62B110-8E34-461B-B3C1-536D55973F58}" type="presParOf" srcId="{21B47A71-F56F-467A-945D-99B5266E851D}" destId="{26E457E8-D3CB-4B4A-A1D2-BAB45A125D8B}" srcOrd="0" destOrd="0" presId="urn:microsoft.com/office/officeart/2024/layout/BulletTimelineInverted"/>
    <dgm:cxn modelId="{8AE7AADD-8BA5-48CB-BABA-BB5FF30C36DD}" type="presParOf" srcId="{BD1FF0FF-D615-4F69-AA7F-A033DC15D26F}" destId="{A4DC36C3-FCA0-4A0A-A2CF-792653BE5356}" srcOrd="5" destOrd="0" presId="urn:microsoft.com/office/officeart/2024/layout/BulletTimelineInverted"/>
    <dgm:cxn modelId="{954721B1-40A9-4F74-B843-761B371CDD4A}" type="presParOf" srcId="{7262C14D-4493-4563-AA3F-0DC909000C02}" destId="{518DB7E0-7F15-475C-83D8-BCDB2BC77EF4}" srcOrd="11" destOrd="0" presId="urn:microsoft.com/office/officeart/2024/layout/BulletTimelineInverted"/>
    <dgm:cxn modelId="{C584D12B-B9E9-4A54-8F26-5590F74C17DE}" type="presParOf" srcId="{7262C14D-4493-4563-AA3F-0DC909000C02}" destId="{553BC914-A089-4474-93FB-EE2353A9CDE0}" srcOrd="12" destOrd="0" presId="urn:microsoft.com/office/officeart/2024/layout/BulletTimelineInverted"/>
    <dgm:cxn modelId="{BE5C6E7D-1936-4EDB-B060-E6BCEABAB22F}" type="presParOf" srcId="{553BC914-A089-4474-93FB-EE2353A9CDE0}" destId="{48BDFA38-E4DB-4D69-9293-16A181BC94B2}" srcOrd="0" destOrd="0" presId="urn:microsoft.com/office/officeart/2024/layout/BulletTimelineInverted"/>
    <dgm:cxn modelId="{81380174-5D90-4F7E-94A0-2F4185EC85AE}" type="presParOf" srcId="{48BDFA38-E4DB-4D69-9293-16A181BC94B2}" destId="{39E7FCDC-9B04-4775-BD20-589966EF8848}" srcOrd="0" destOrd="0" presId="urn:microsoft.com/office/officeart/2024/layout/BulletTimelineInverted"/>
    <dgm:cxn modelId="{3B6E643C-5A42-4088-BAC4-71508C6A62E1}" type="presParOf" srcId="{48BDFA38-E4DB-4D69-9293-16A181BC94B2}" destId="{53513846-A21F-4DEB-858E-9928E9F9B4D9}" srcOrd="1" destOrd="0" presId="urn:microsoft.com/office/officeart/2024/layout/BulletTimelineInverted"/>
    <dgm:cxn modelId="{AEA8E60E-39E9-441B-A7A5-73CB4701ECCD}" type="presParOf" srcId="{553BC914-A089-4474-93FB-EE2353A9CDE0}" destId="{D7F1C8C5-46DD-421C-B912-B9197B606104}" srcOrd="1" destOrd="0" presId="urn:microsoft.com/office/officeart/2024/layout/BulletTimelineInverted"/>
    <dgm:cxn modelId="{A4519ED4-B600-494B-8737-C9CF0BA0D7E7}" type="presParOf" srcId="{553BC914-A089-4474-93FB-EE2353A9CDE0}" destId="{BBCF7298-F936-419E-ABFE-1C5792139E76}" srcOrd="2" destOrd="0" presId="urn:microsoft.com/office/officeart/2024/layout/BulletTimelineInverted"/>
    <dgm:cxn modelId="{CF280F29-0796-4FD8-B255-18D171CA0DA9}" type="presParOf" srcId="{553BC914-A089-4474-93FB-EE2353A9CDE0}" destId="{CA6E44D3-3EDF-40B0-A09B-727E2EF454FA}" srcOrd="3" destOrd="0" presId="urn:microsoft.com/office/officeart/2024/layout/BulletTimelineInverted"/>
    <dgm:cxn modelId="{B9EFA2C2-EA6D-4768-B47A-C1C11909BA0D}" type="presParOf" srcId="{553BC914-A089-4474-93FB-EE2353A9CDE0}" destId="{48F28D61-4A46-464A-BF30-C408E08A3665}" srcOrd="4" destOrd="0" presId="urn:microsoft.com/office/officeart/2024/layout/BulletTimelineInverted"/>
    <dgm:cxn modelId="{B6C20AC7-F2AD-46C0-8343-39C32D7ABDE4}" type="presParOf" srcId="{48F28D61-4A46-464A-BF30-C408E08A3665}" destId="{81E1BCF9-CBA6-455A-AED5-5F118131465F}" srcOrd="0" destOrd="0" presId="urn:microsoft.com/office/officeart/2024/layout/BulletTimelineInverted"/>
    <dgm:cxn modelId="{0347E821-A36B-4DE1-9050-7F0991B00775}" type="presParOf" srcId="{553BC914-A089-4474-93FB-EE2353A9CDE0}" destId="{6B9A5703-ACD6-4BA8-8A12-8998501E2FE0}" srcOrd="5" destOrd="0" presId="urn:microsoft.com/office/officeart/2024/layout/BulletTimelineInvert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CFEB59-209D-4E14-AA2B-8972815FDE7D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93B78A4-3107-4FB9-AA3A-F349240C3BA0}">
      <dgm:prSet phldrT="[Text]" custT="1"/>
      <dgm:spPr/>
      <dgm:t>
        <a:bodyPr anchor="ctr"/>
        <a:lstStyle/>
        <a:p>
          <a:pPr algn="ctr">
            <a:buNone/>
          </a:pPr>
          <a:r>
            <a:rPr lang="en-IN" sz="2400" dirty="0"/>
            <a:t>Bullish </a:t>
          </a:r>
        </a:p>
      </dgm:t>
    </dgm:pt>
    <dgm:pt modelId="{C5D68840-0233-4E7D-9399-0CA86B56145F}" type="parTrans" cxnId="{A0906335-3F6F-43AB-B13E-CF89E00FF8D5}">
      <dgm:prSet/>
      <dgm:spPr/>
      <dgm:t>
        <a:bodyPr/>
        <a:lstStyle/>
        <a:p>
          <a:endParaRPr lang="en-IN"/>
        </a:p>
      </dgm:t>
    </dgm:pt>
    <dgm:pt modelId="{8AA398E1-0731-4154-B177-FFA0864FDF8D}" type="sibTrans" cxnId="{A0906335-3F6F-43AB-B13E-CF89E00FF8D5}">
      <dgm:prSet/>
      <dgm:spPr/>
      <dgm:t>
        <a:bodyPr/>
        <a:lstStyle/>
        <a:p>
          <a:endParaRPr lang="en-IN"/>
        </a:p>
      </dgm:t>
    </dgm:pt>
    <dgm:pt modelId="{BFC8278D-45AD-4310-A892-5F44893934B7}">
      <dgm:prSet phldrT="[Text]" custT="1"/>
      <dgm:spPr/>
      <dgm:t>
        <a:bodyPr anchor="ctr"/>
        <a:lstStyle/>
        <a:p>
          <a:pPr algn="ctr">
            <a:buNone/>
          </a:pPr>
          <a:r>
            <a:rPr lang="en-IN" sz="2400" dirty="0"/>
            <a:t>Bull Call Spread</a:t>
          </a:r>
        </a:p>
      </dgm:t>
    </dgm:pt>
    <dgm:pt modelId="{7B9A10C8-485B-46E5-8DDC-271FA678F69B}" type="parTrans" cxnId="{D3BE1560-5A12-4E37-B928-957D71188F68}">
      <dgm:prSet/>
      <dgm:spPr/>
      <dgm:t>
        <a:bodyPr/>
        <a:lstStyle/>
        <a:p>
          <a:endParaRPr lang="en-IN"/>
        </a:p>
      </dgm:t>
    </dgm:pt>
    <dgm:pt modelId="{90F79D60-7FD5-428C-9935-873D5E72E815}" type="sibTrans" cxnId="{D3BE1560-5A12-4E37-B928-957D71188F68}">
      <dgm:prSet/>
      <dgm:spPr/>
      <dgm:t>
        <a:bodyPr/>
        <a:lstStyle/>
        <a:p>
          <a:endParaRPr lang="en-IN"/>
        </a:p>
      </dgm:t>
    </dgm:pt>
    <dgm:pt modelId="{81152A38-B511-40C9-AA59-F674E59FEAA0}">
      <dgm:prSet phldrT="[Text]" custT="1"/>
      <dgm:spPr/>
      <dgm:t>
        <a:bodyPr anchor="ctr"/>
        <a:lstStyle/>
        <a:p>
          <a:pPr algn="ctr">
            <a:buNone/>
          </a:pPr>
          <a:r>
            <a:rPr lang="en-IN" sz="2400" dirty="0"/>
            <a:t>Sideways </a:t>
          </a:r>
        </a:p>
      </dgm:t>
    </dgm:pt>
    <dgm:pt modelId="{55390353-7EFF-4FE3-9224-70F5C55199A7}" type="parTrans" cxnId="{CA342199-0A67-4A56-9EFF-B336E28AD187}">
      <dgm:prSet/>
      <dgm:spPr/>
      <dgm:t>
        <a:bodyPr/>
        <a:lstStyle/>
        <a:p>
          <a:endParaRPr lang="en-IN"/>
        </a:p>
      </dgm:t>
    </dgm:pt>
    <dgm:pt modelId="{70CB4AF6-EE92-46DD-91D2-2ED5854C8815}" type="sibTrans" cxnId="{CA342199-0A67-4A56-9EFF-B336E28AD187}">
      <dgm:prSet/>
      <dgm:spPr/>
      <dgm:t>
        <a:bodyPr/>
        <a:lstStyle/>
        <a:p>
          <a:endParaRPr lang="en-IN"/>
        </a:p>
      </dgm:t>
    </dgm:pt>
    <dgm:pt modelId="{C7AB42E1-1539-4DEC-A5F9-4902082AC125}">
      <dgm:prSet phldrT="[Text]" custT="1"/>
      <dgm:spPr/>
      <dgm:t>
        <a:bodyPr anchor="ctr"/>
        <a:lstStyle/>
        <a:p>
          <a:pPr algn="ctr">
            <a:buNone/>
          </a:pPr>
          <a:r>
            <a:rPr lang="en-IN" sz="2400" dirty="0"/>
            <a:t>Iron Condor</a:t>
          </a:r>
        </a:p>
      </dgm:t>
    </dgm:pt>
    <dgm:pt modelId="{5E3A554A-A7B5-4344-84D7-C2C39AF8A5EA}" type="parTrans" cxnId="{DCDEF13F-BB48-48B7-9348-ECBD6FC9AEF4}">
      <dgm:prSet/>
      <dgm:spPr/>
      <dgm:t>
        <a:bodyPr/>
        <a:lstStyle/>
        <a:p>
          <a:endParaRPr lang="en-IN"/>
        </a:p>
      </dgm:t>
    </dgm:pt>
    <dgm:pt modelId="{3E580777-5621-4266-8774-DFAB3C839A1A}" type="sibTrans" cxnId="{DCDEF13F-BB48-48B7-9348-ECBD6FC9AEF4}">
      <dgm:prSet/>
      <dgm:spPr/>
      <dgm:t>
        <a:bodyPr/>
        <a:lstStyle/>
        <a:p>
          <a:endParaRPr lang="en-IN"/>
        </a:p>
      </dgm:t>
    </dgm:pt>
    <dgm:pt modelId="{162B6FB6-FB40-4C30-8236-0E4CA2F04E32}">
      <dgm:prSet phldrT="[Text]" custT="1"/>
      <dgm:spPr/>
      <dgm:t>
        <a:bodyPr anchor="ctr"/>
        <a:lstStyle/>
        <a:p>
          <a:pPr algn="ctr">
            <a:buNone/>
          </a:pPr>
          <a:r>
            <a:rPr lang="en-IN" sz="2400" dirty="0"/>
            <a:t>Volatile </a:t>
          </a:r>
        </a:p>
      </dgm:t>
    </dgm:pt>
    <dgm:pt modelId="{EFDFB0B5-5AFF-47E5-A72E-AD63B0D018DF}" type="parTrans" cxnId="{9485DAA0-C908-45B1-9345-91FCD20F1CDA}">
      <dgm:prSet/>
      <dgm:spPr/>
      <dgm:t>
        <a:bodyPr/>
        <a:lstStyle/>
        <a:p>
          <a:endParaRPr lang="en-IN"/>
        </a:p>
      </dgm:t>
    </dgm:pt>
    <dgm:pt modelId="{3656AB0E-6E09-41BF-B094-D2A878611C81}" type="sibTrans" cxnId="{9485DAA0-C908-45B1-9345-91FCD20F1CDA}">
      <dgm:prSet/>
      <dgm:spPr/>
      <dgm:t>
        <a:bodyPr/>
        <a:lstStyle/>
        <a:p>
          <a:endParaRPr lang="en-IN"/>
        </a:p>
      </dgm:t>
    </dgm:pt>
    <dgm:pt modelId="{634018F5-736B-4071-911C-F3654EC0D4F6}">
      <dgm:prSet phldrT="[Text]" custT="1"/>
      <dgm:spPr/>
      <dgm:t>
        <a:bodyPr anchor="ctr"/>
        <a:lstStyle/>
        <a:p>
          <a:pPr algn="ctr">
            <a:buNone/>
          </a:pPr>
          <a:r>
            <a:rPr lang="en-IN" sz="2400" dirty="0"/>
            <a:t>Long Straddle</a:t>
          </a:r>
        </a:p>
      </dgm:t>
    </dgm:pt>
    <dgm:pt modelId="{1D73DC75-3891-4277-B9D7-1DBA47AF6ABE}" type="parTrans" cxnId="{542CC40D-D791-400C-8BBF-EDA3E2D86FE8}">
      <dgm:prSet/>
      <dgm:spPr/>
      <dgm:t>
        <a:bodyPr/>
        <a:lstStyle/>
        <a:p>
          <a:endParaRPr lang="en-IN"/>
        </a:p>
      </dgm:t>
    </dgm:pt>
    <dgm:pt modelId="{751966E4-578B-49E8-8D06-AB648BEA2997}" type="sibTrans" cxnId="{542CC40D-D791-400C-8BBF-EDA3E2D86FE8}">
      <dgm:prSet/>
      <dgm:spPr/>
      <dgm:t>
        <a:bodyPr/>
        <a:lstStyle/>
        <a:p>
          <a:endParaRPr lang="en-IN"/>
        </a:p>
      </dgm:t>
    </dgm:pt>
    <dgm:pt modelId="{A36A3353-4037-4C6C-8932-32C6E393DE04}">
      <dgm:prSet phldrT="[Text]" phldr="0" custT="1"/>
      <dgm:spPr/>
      <dgm:t>
        <a:bodyPr anchor="ctr"/>
        <a:lstStyle/>
        <a:p>
          <a:pPr algn="ctr">
            <a:buNone/>
          </a:pPr>
          <a:r>
            <a:rPr lang="en-IN" sz="2400"/>
            <a:t>Own Asset</a:t>
          </a:r>
          <a:endParaRPr lang="en-IN" sz="2400" dirty="0"/>
        </a:p>
      </dgm:t>
    </dgm:pt>
    <dgm:pt modelId="{8F071359-EE0F-4553-9F46-66B398588456}" type="parTrans" cxnId="{C9315035-E683-4651-93C0-AB06E753494A}">
      <dgm:prSet/>
      <dgm:spPr/>
      <dgm:t>
        <a:bodyPr/>
        <a:lstStyle/>
        <a:p>
          <a:endParaRPr lang="en-IN"/>
        </a:p>
      </dgm:t>
    </dgm:pt>
    <dgm:pt modelId="{3FF68BFF-A45C-4057-BEAE-A0C725272B3C}" type="sibTrans" cxnId="{C9315035-E683-4651-93C0-AB06E753494A}">
      <dgm:prSet/>
      <dgm:spPr/>
      <dgm:t>
        <a:bodyPr/>
        <a:lstStyle/>
        <a:p>
          <a:endParaRPr lang="en-IN"/>
        </a:p>
      </dgm:t>
    </dgm:pt>
    <dgm:pt modelId="{D7772426-9E3F-4C21-BCC6-1BA4DEEFBE23}">
      <dgm:prSet phldrT="[Text]" phldr="0" custT="1"/>
      <dgm:spPr/>
      <dgm:t>
        <a:bodyPr anchor="ctr"/>
        <a:lstStyle/>
        <a:p>
          <a:pPr algn="ctr">
            <a:buNone/>
          </a:pPr>
          <a:r>
            <a:rPr lang="en-IN" sz="2400"/>
            <a:t>Covered Call</a:t>
          </a:r>
          <a:endParaRPr lang="en-IN" sz="2400" dirty="0"/>
        </a:p>
      </dgm:t>
    </dgm:pt>
    <dgm:pt modelId="{DB4EE73A-037F-4715-9677-D03D4E82B94B}" type="parTrans" cxnId="{F6D5A369-EBC5-4236-95DC-64F60437A71D}">
      <dgm:prSet/>
      <dgm:spPr/>
      <dgm:t>
        <a:bodyPr/>
        <a:lstStyle/>
        <a:p>
          <a:endParaRPr lang="en-IN"/>
        </a:p>
      </dgm:t>
    </dgm:pt>
    <dgm:pt modelId="{549D9846-14BF-454F-A50B-ACC6CED91757}" type="sibTrans" cxnId="{F6D5A369-EBC5-4236-95DC-64F60437A71D}">
      <dgm:prSet/>
      <dgm:spPr/>
      <dgm:t>
        <a:bodyPr/>
        <a:lstStyle/>
        <a:p>
          <a:endParaRPr lang="en-IN"/>
        </a:p>
      </dgm:t>
    </dgm:pt>
    <dgm:pt modelId="{EA31B6AD-7C2E-41D8-831D-600CA24EF7EC}" type="pres">
      <dgm:prSet presAssocID="{1ECFEB59-209D-4E14-AA2B-8972815FDE7D}" presName="Name0" presStyleCnt="0">
        <dgm:presLayoutVars>
          <dgm:dir/>
          <dgm:animLvl val="lvl"/>
          <dgm:resizeHandles/>
        </dgm:presLayoutVars>
      </dgm:prSet>
      <dgm:spPr/>
    </dgm:pt>
    <dgm:pt modelId="{ECB68BD8-500C-4642-B6CF-F6464540FABA}" type="pres">
      <dgm:prSet presAssocID="{093B78A4-3107-4FB9-AA3A-F349240C3BA0}" presName="linNode" presStyleCnt="0"/>
      <dgm:spPr/>
    </dgm:pt>
    <dgm:pt modelId="{AF55D068-34B0-4212-8EB6-DED2B8677613}" type="pres">
      <dgm:prSet presAssocID="{093B78A4-3107-4FB9-AA3A-F349240C3BA0}" presName="parentShp" presStyleLbl="node1" presStyleIdx="0" presStyleCnt="4">
        <dgm:presLayoutVars>
          <dgm:bulletEnabled val="1"/>
        </dgm:presLayoutVars>
      </dgm:prSet>
      <dgm:spPr/>
    </dgm:pt>
    <dgm:pt modelId="{54D5FD37-5414-45FC-A492-A9E74F851501}" type="pres">
      <dgm:prSet presAssocID="{093B78A4-3107-4FB9-AA3A-F349240C3BA0}" presName="childShp" presStyleLbl="bgAccFollowNode1" presStyleIdx="0" presStyleCnt="4">
        <dgm:presLayoutVars>
          <dgm:bulletEnabled val="1"/>
        </dgm:presLayoutVars>
      </dgm:prSet>
      <dgm:spPr/>
    </dgm:pt>
    <dgm:pt modelId="{06C76127-4D84-4367-BECD-9C8019294195}" type="pres">
      <dgm:prSet presAssocID="{8AA398E1-0731-4154-B177-FFA0864FDF8D}" presName="spacing" presStyleCnt="0"/>
      <dgm:spPr/>
    </dgm:pt>
    <dgm:pt modelId="{C4BB74FD-BD0C-4DA0-91BC-D0B86628CF6B}" type="pres">
      <dgm:prSet presAssocID="{81152A38-B511-40C9-AA59-F674E59FEAA0}" presName="linNode" presStyleCnt="0"/>
      <dgm:spPr/>
    </dgm:pt>
    <dgm:pt modelId="{D99ABA6D-4FE3-4206-BD23-35EA119A8DDB}" type="pres">
      <dgm:prSet presAssocID="{81152A38-B511-40C9-AA59-F674E59FEAA0}" presName="parentShp" presStyleLbl="node1" presStyleIdx="1" presStyleCnt="4">
        <dgm:presLayoutVars>
          <dgm:bulletEnabled val="1"/>
        </dgm:presLayoutVars>
      </dgm:prSet>
      <dgm:spPr/>
    </dgm:pt>
    <dgm:pt modelId="{ECEFC51E-0EE2-4E9E-9114-C85D559484FE}" type="pres">
      <dgm:prSet presAssocID="{81152A38-B511-40C9-AA59-F674E59FEAA0}" presName="childShp" presStyleLbl="bgAccFollowNode1" presStyleIdx="1" presStyleCnt="4">
        <dgm:presLayoutVars>
          <dgm:bulletEnabled val="1"/>
        </dgm:presLayoutVars>
      </dgm:prSet>
      <dgm:spPr/>
    </dgm:pt>
    <dgm:pt modelId="{FC7B4F91-D543-4DDE-97C7-7422A2320FD1}" type="pres">
      <dgm:prSet presAssocID="{70CB4AF6-EE92-46DD-91D2-2ED5854C8815}" presName="spacing" presStyleCnt="0"/>
      <dgm:spPr/>
    </dgm:pt>
    <dgm:pt modelId="{7378BB3C-AA33-4970-8554-B23984ED039D}" type="pres">
      <dgm:prSet presAssocID="{162B6FB6-FB40-4C30-8236-0E4CA2F04E32}" presName="linNode" presStyleCnt="0"/>
      <dgm:spPr/>
    </dgm:pt>
    <dgm:pt modelId="{A9015BAB-9FF1-4B15-A258-D7CCF26786CA}" type="pres">
      <dgm:prSet presAssocID="{162B6FB6-FB40-4C30-8236-0E4CA2F04E32}" presName="parentShp" presStyleLbl="node1" presStyleIdx="2" presStyleCnt="4">
        <dgm:presLayoutVars>
          <dgm:bulletEnabled val="1"/>
        </dgm:presLayoutVars>
      </dgm:prSet>
      <dgm:spPr/>
    </dgm:pt>
    <dgm:pt modelId="{D92136D7-9B4F-4CE2-A4A3-E9B2C8FF4787}" type="pres">
      <dgm:prSet presAssocID="{162B6FB6-FB40-4C30-8236-0E4CA2F04E32}" presName="childShp" presStyleLbl="bgAccFollowNode1" presStyleIdx="2" presStyleCnt="4">
        <dgm:presLayoutVars>
          <dgm:bulletEnabled val="1"/>
        </dgm:presLayoutVars>
      </dgm:prSet>
      <dgm:spPr/>
    </dgm:pt>
    <dgm:pt modelId="{91CFC1C4-B49A-4BE4-879E-67427EC2B355}" type="pres">
      <dgm:prSet presAssocID="{3656AB0E-6E09-41BF-B094-D2A878611C81}" presName="spacing" presStyleCnt="0"/>
      <dgm:spPr/>
    </dgm:pt>
    <dgm:pt modelId="{F4E976D4-42F4-492A-B52D-9EA7264D9ECD}" type="pres">
      <dgm:prSet presAssocID="{A36A3353-4037-4C6C-8932-32C6E393DE04}" presName="linNode" presStyleCnt="0"/>
      <dgm:spPr/>
    </dgm:pt>
    <dgm:pt modelId="{66DED881-1AE4-4CC0-A654-399FC3235D65}" type="pres">
      <dgm:prSet presAssocID="{A36A3353-4037-4C6C-8932-32C6E393DE04}" presName="parentShp" presStyleLbl="node1" presStyleIdx="3" presStyleCnt="4">
        <dgm:presLayoutVars>
          <dgm:bulletEnabled val="1"/>
        </dgm:presLayoutVars>
      </dgm:prSet>
      <dgm:spPr/>
    </dgm:pt>
    <dgm:pt modelId="{333B4B3E-BBEB-4E18-A275-54CB9A09D6FD}" type="pres">
      <dgm:prSet presAssocID="{A36A3353-4037-4C6C-8932-32C6E393DE04}" presName="childShp" presStyleLbl="bgAccFollowNode1" presStyleIdx="3" presStyleCnt="4">
        <dgm:presLayoutVars>
          <dgm:bulletEnabled val="1"/>
        </dgm:presLayoutVars>
      </dgm:prSet>
      <dgm:spPr/>
    </dgm:pt>
  </dgm:ptLst>
  <dgm:cxnLst>
    <dgm:cxn modelId="{542CC40D-D791-400C-8BBF-EDA3E2D86FE8}" srcId="{162B6FB6-FB40-4C30-8236-0E4CA2F04E32}" destId="{634018F5-736B-4071-911C-F3654EC0D4F6}" srcOrd="0" destOrd="0" parTransId="{1D73DC75-3891-4277-B9D7-1DBA47AF6ABE}" sibTransId="{751966E4-578B-49E8-8D06-AB648BEA2997}"/>
    <dgm:cxn modelId="{F1EE4516-7989-457B-B932-CCB5B359F3B9}" type="presOf" srcId="{81152A38-B511-40C9-AA59-F674E59FEAA0}" destId="{D99ABA6D-4FE3-4206-BD23-35EA119A8DDB}" srcOrd="0" destOrd="0" presId="urn:microsoft.com/office/officeart/2005/8/layout/vList6"/>
    <dgm:cxn modelId="{29F3A628-B8A8-44D3-91DF-DC19A6511A41}" type="presOf" srcId="{634018F5-736B-4071-911C-F3654EC0D4F6}" destId="{D92136D7-9B4F-4CE2-A4A3-E9B2C8FF4787}" srcOrd="0" destOrd="0" presId="urn:microsoft.com/office/officeart/2005/8/layout/vList6"/>
    <dgm:cxn modelId="{A0906335-3F6F-43AB-B13E-CF89E00FF8D5}" srcId="{1ECFEB59-209D-4E14-AA2B-8972815FDE7D}" destId="{093B78A4-3107-4FB9-AA3A-F349240C3BA0}" srcOrd="0" destOrd="0" parTransId="{C5D68840-0233-4E7D-9399-0CA86B56145F}" sibTransId="{8AA398E1-0731-4154-B177-FFA0864FDF8D}"/>
    <dgm:cxn modelId="{C9315035-E683-4651-93C0-AB06E753494A}" srcId="{1ECFEB59-209D-4E14-AA2B-8972815FDE7D}" destId="{A36A3353-4037-4C6C-8932-32C6E393DE04}" srcOrd="3" destOrd="0" parTransId="{8F071359-EE0F-4553-9F46-66B398588456}" sibTransId="{3FF68BFF-A45C-4057-BEAE-A0C725272B3C}"/>
    <dgm:cxn modelId="{DCDEF13F-BB48-48B7-9348-ECBD6FC9AEF4}" srcId="{81152A38-B511-40C9-AA59-F674E59FEAA0}" destId="{C7AB42E1-1539-4DEC-A5F9-4902082AC125}" srcOrd="0" destOrd="0" parTransId="{5E3A554A-A7B5-4344-84D7-C2C39AF8A5EA}" sibTransId="{3E580777-5621-4266-8774-DFAB3C839A1A}"/>
    <dgm:cxn modelId="{D3BE1560-5A12-4E37-B928-957D71188F68}" srcId="{093B78A4-3107-4FB9-AA3A-F349240C3BA0}" destId="{BFC8278D-45AD-4310-A892-5F44893934B7}" srcOrd="0" destOrd="0" parTransId="{7B9A10C8-485B-46E5-8DDC-271FA678F69B}" sibTransId="{90F79D60-7FD5-428C-9935-873D5E72E815}"/>
    <dgm:cxn modelId="{F6D5A369-EBC5-4236-95DC-64F60437A71D}" srcId="{A36A3353-4037-4C6C-8932-32C6E393DE04}" destId="{D7772426-9E3F-4C21-BCC6-1BA4DEEFBE23}" srcOrd="0" destOrd="0" parTransId="{DB4EE73A-037F-4715-9677-D03D4E82B94B}" sibTransId="{549D9846-14BF-454F-A50B-ACC6CED91757}"/>
    <dgm:cxn modelId="{FBFD617C-63BC-4124-A840-12FB957DE87E}" type="presOf" srcId="{D7772426-9E3F-4C21-BCC6-1BA4DEEFBE23}" destId="{333B4B3E-BBEB-4E18-A275-54CB9A09D6FD}" srcOrd="0" destOrd="0" presId="urn:microsoft.com/office/officeart/2005/8/layout/vList6"/>
    <dgm:cxn modelId="{FF34ED85-02E0-4188-8BAE-C489E117A214}" type="presOf" srcId="{C7AB42E1-1539-4DEC-A5F9-4902082AC125}" destId="{ECEFC51E-0EE2-4E9E-9114-C85D559484FE}" srcOrd="0" destOrd="0" presId="urn:microsoft.com/office/officeart/2005/8/layout/vList6"/>
    <dgm:cxn modelId="{CA342199-0A67-4A56-9EFF-B336E28AD187}" srcId="{1ECFEB59-209D-4E14-AA2B-8972815FDE7D}" destId="{81152A38-B511-40C9-AA59-F674E59FEAA0}" srcOrd="1" destOrd="0" parTransId="{55390353-7EFF-4FE3-9224-70F5C55199A7}" sibTransId="{70CB4AF6-EE92-46DD-91D2-2ED5854C8815}"/>
    <dgm:cxn modelId="{9485DAA0-C908-45B1-9345-91FCD20F1CDA}" srcId="{1ECFEB59-209D-4E14-AA2B-8972815FDE7D}" destId="{162B6FB6-FB40-4C30-8236-0E4CA2F04E32}" srcOrd="2" destOrd="0" parTransId="{EFDFB0B5-5AFF-47E5-A72E-AD63B0D018DF}" sibTransId="{3656AB0E-6E09-41BF-B094-D2A878611C81}"/>
    <dgm:cxn modelId="{930D81C5-6D8C-4B92-BBD3-7256C8A24668}" type="presOf" srcId="{BFC8278D-45AD-4310-A892-5F44893934B7}" destId="{54D5FD37-5414-45FC-A492-A9E74F851501}" srcOrd="0" destOrd="0" presId="urn:microsoft.com/office/officeart/2005/8/layout/vList6"/>
    <dgm:cxn modelId="{DEC8CDDE-246C-4B25-A556-446AD9EA2169}" type="presOf" srcId="{162B6FB6-FB40-4C30-8236-0E4CA2F04E32}" destId="{A9015BAB-9FF1-4B15-A258-D7CCF26786CA}" srcOrd="0" destOrd="0" presId="urn:microsoft.com/office/officeart/2005/8/layout/vList6"/>
    <dgm:cxn modelId="{69CF7BE1-3C05-44AA-86C7-71666D9E5F6A}" type="presOf" srcId="{1ECFEB59-209D-4E14-AA2B-8972815FDE7D}" destId="{EA31B6AD-7C2E-41D8-831D-600CA24EF7EC}" srcOrd="0" destOrd="0" presId="urn:microsoft.com/office/officeart/2005/8/layout/vList6"/>
    <dgm:cxn modelId="{BCDAD8EB-73DC-4973-A4E9-86A616505B35}" type="presOf" srcId="{093B78A4-3107-4FB9-AA3A-F349240C3BA0}" destId="{AF55D068-34B0-4212-8EB6-DED2B8677613}" srcOrd="0" destOrd="0" presId="urn:microsoft.com/office/officeart/2005/8/layout/vList6"/>
    <dgm:cxn modelId="{224F70F6-2FA2-4275-98D0-AB90B2D5E714}" type="presOf" srcId="{A36A3353-4037-4C6C-8932-32C6E393DE04}" destId="{66DED881-1AE4-4CC0-A654-399FC3235D65}" srcOrd="0" destOrd="0" presId="urn:microsoft.com/office/officeart/2005/8/layout/vList6"/>
    <dgm:cxn modelId="{85DF6E04-66CA-4662-B3F5-A5CD464D163A}" type="presParOf" srcId="{EA31B6AD-7C2E-41D8-831D-600CA24EF7EC}" destId="{ECB68BD8-500C-4642-B6CF-F6464540FABA}" srcOrd="0" destOrd="0" presId="urn:microsoft.com/office/officeart/2005/8/layout/vList6"/>
    <dgm:cxn modelId="{8DE0EBD8-D010-47F2-A261-41EB46F14613}" type="presParOf" srcId="{ECB68BD8-500C-4642-B6CF-F6464540FABA}" destId="{AF55D068-34B0-4212-8EB6-DED2B8677613}" srcOrd="0" destOrd="0" presId="urn:microsoft.com/office/officeart/2005/8/layout/vList6"/>
    <dgm:cxn modelId="{F3E0D811-DAF7-4D0F-AB81-69C659F2B313}" type="presParOf" srcId="{ECB68BD8-500C-4642-B6CF-F6464540FABA}" destId="{54D5FD37-5414-45FC-A492-A9E74F851501}" srcOrd="1" destOrd="0" presId="urn:microsoft.com/office/officeart/2005/8/layout/vList6"/>
    <dgm:cxn modelId="{1C48EE40-EB53-4C61-ADBE-97094F30886C}" type="presParOf" srcId="{EA31B6AD-7C2E-41D8-831D-600CA24EF7EC}" destId="{06C76127-4D84-4367-BECD-9C8019294195}" srcOrd="1" destOrd="0" presId="urn:microsoft.com/office/officeart/2005/8/layout/vList6"/>
    <dgm:cxn modelId="{00B897BF-7BB1-4828-B947-17FE22979B7A}" type="presParOf" srcId="{EA31B6AD-7C2E-41D8-831D-600CA24EF7EC}" destId="{C4BB74FD-BD0C-4DA0-91BC-D0B86628CF6B}" srcOrd="2" destOrd="0" presId="urn:microsoft.com/office/officeart/2005/8/layout/vList6"/>
    <dgm:cxn modelId="{B4CBE254-4496-473C-9711-727B8CD653EB}" type="presParOf" srcId="{C4BB74FD-BD0C-4DA0-91BC-D0B86628CF6B}" destId="{D99ABA6D-4FE3-4206-BD23-35EA119A8DDB}" srcOrd="0" destOrd="0" presId="urn:microsoft.com/office/officeart/2005/8/layout/vList6"/>
    <dgm:cxn modelId="{EBB46367-A476-4E69-AE78-DDA4F2E1E961}" type="presParOf" srcId="{C4BB74FD-BD0C-4DA0-91BC-D0B86628CF6B}" destId="{ECEFC51E-0EE2-4E9E-9114-C85D559484FE}" srcOrd="1" destOrd="0" presId="urn:microsoft.com/office/officeart/2005/8/layout/vList6"/>
    <dgm:cxn modelId="{3108E702-AED8-46AE-BB6C-1DAE21A0045E}" type="presParOf" srcId="{EA31B6AD-7C2E-41D8-831D-600CA24EF7EC}" destId="{FC7B4F91-D543-4DDE-97C7-7422A2320FD1}" srcOrd="3" destOrd="0" presId="urn:microsoft.com/office/officeart/2005/8/layout/vList6"/>
    <dgm:cxn modelId="{AB9175F8-6548-4D46-A09A-7948932E8038}" type="presParOf" srcId="{EA31B6AD-7C2E-41D8-831D-600CA24EF7EC}" destId="{7378BB3C-AA33-4970-8554-B23984ED039D}" srcOrd="4" destOrd="0" presId="urn:microsoft.com/office/officeart/2005/8/layout/vList6"/>
    <dgm:cxn modelId="{1CB064A6-3223-42D7-B40D-EB5A540E20D0}" type="presParOf" srcId="{7378BB3C-AA33-4970-8554-B23984ED039D}" destId="{A9015BAB-9FF1-4B15-A258-D7CCF26786CA}" srcOrd="0" destOrd="0" presId="urn:microsoft.com/office/officeart/2005/8/layout/vList6"/>
    <dgm:cxn modelId="{BE91FF2B-2DAA-4518-AB25-42F3BB67E664}" type="presParOf" srcId="{7378BB3C-AA33-4970-8554-B23984ED039D}" destId="{D92136D7-9B4F-4CE2-A4A3-E9B2C8FF4787}" srcOrd="1" destOrd="0" presId="urn:microsoft.com/office/officeart/2005/8/layout/vList6"/>
    <dgm:cxn modelId="{4217F462-B19D-4BD0-80BA-5E01F98F7989}" type="presParOf" srcId="{EA31B6AD-7C2E-41D8-831D-600CA24EF7EC}" destId="{91CFC1C4-B49A-4BE4-879E-67427EC2B355}" srcOrd="5" destOrd="0" presId="urn:microsoft.com/office/officeart/2005/8/layout/vList6"/>
    <dgm:cxn modelId="{2F264296-8803-49F6-BCCF-4D7F129DCEA7}" type="presParOf" srcId="{EA31B6AD-7C2E-41D8-831D-600CA24EF7EC}" destId="{F4E976D4-42F4-492A-B52D-9EA7264D9ECD}" srcOrd="6" destOrd="0" presId="urn:microsoft.com/office/officeart/2005/8/layout/vList6"/>
    <dgm:cxn modelId="{D84C90B7-45CE-4559-9D78-FC779AD01F8F}" type="presParOf" srcId="{F4E976D4-42F4-492A-B52D-9EA7264D9ECD}" destId="{66DED881-1AE4-4CC0-A654-399FC3235D65}" srcOrd="0" destOrd="0" presId="urn:microsoft.com/office/officeart/2005/8/layout/vList6"/>
    <dgm:cxn modelId="{A38D9FB1-6FD4-4543-A90E-C85944B337AF}" type="presParOf" srcId="{F4E976D4-42F4-492A-B52D-9EA7264D9ECD}" destId="{333B4B3E-BBEB-4E18-A275-54CB9A09D6FD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6174E-2F13-44EF-9416-56B17CC272AB}">
      <dsp:nvSpPr>
        <dsp:cNvPr id="0" name=""/>
        <dsp:cNvSpPr/>
      </dsp:nvSpPr>
      <dsp:spPr>
        <a:xfrm>
          <a:off x="0" y="2323322"/>
          <a:ext cx="10118348" cy="46935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BAAEFF-599C-452F-8382-1AD32D270636}">
      <dsp:nvSpPr>
        <dsp:cNvPr id="0" name=""/>
        <dsp:cNvSpPr/>
      </dsp:nvSpPr>
      <dsp:spPr>
        <a:xfrm>
          <a:off x="9877369" y="2159047"/>
          <a:ext cx="281614" cy="375486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1E22A5-3BBE-4BC1-BBE7-9146AADB81F9}">
      <dsp:nvSpPr>
        <dsp:cNvPr id="0" name=""/>
        <dsp:cNvSpPr/>
      </dsp:nvSpPr>
      <dsp:spPr>
        <a:xfrm>
          <a:off x="563291" y="1179431"/>
          <a:ext cx="1976454" cy="1034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139B86-0795-4825-81A4-31E8A847E5C3}">
      <dsp:nvSpPr>
        <dsp:cNvPr id="0" name=""/>
        <dsp:cNvSpPr/>
      </dsp:nvSpPr>
      <dsp:spPr>
        <a:xfrm>
          <a:off x="563291" y="644229"/>
          <a:ext cx="1976454" cy="535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900" b="0" kern="1200" dirty="0"/>
            <a:t>Raw </a:t>
          </a:r>
          <a:r>
            <a:rPr lang="en-IN" sz="1900" b="0" kern="1200" dirty="0" err="1"/>
            <a:t>NSE</a:t>
          </a:r>
          <a:r>
            <a:rPr lang="en-IN" sz="1900" b="0" kern="1200" dirty="0"/>
            <a:t> Data</a:t>
          </a:r>
        </a:p>
      </dsp:txBody>
      <dsp:txXfrm>
        <a:off x="563291" y="644229"/>
        <a:ext cx="1976454" cy="535202"/>
      </dsp:txXfrm>
    </dsp:sp>
    <dsp:sp modelId="{7192B651-546A-45D2-BCF7-DEAC9625C1A4}">
      <dsp:nvSpPr>
        <dsp:cNvPr id="0" name=""/>
        <dsp:cNvSpPr/>
      </dsp:nvSpPr>
      <dsp:spPr>
        <a:xfrm>
          <a:off x="264042" y="608549"/>
          <a:ext cx="35205" cy="174832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CB227-4DD4-4221-AFC4-641E1440F9E9}">
      <dsp:nvSpPr>
        <dsp:cNvPr id="0" name=""/>
        <dsp:cNvSpPr/>
      </dsp:nvSpPr>
      <dsp:spPr>
        <a:xfrm>
          <a:off x="1833164" y="3234249"/>
          <a:ext cx="1976454" cy="860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C06C44-EA3A-4506-9FE9-49F5E1AEA3F0}">
      <dsp:nvSpPr>
        <dsp:cNvPr id="0" name=""/>
        <dsp:cNvSpPr/>
      </dsp:nvSpPr>
      <dsp:spPr>
        <a:xfrm>
          <a:off x="1833164" y="2666994"/>
          <a:ext cx="1976454" cy="567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900" b="0" kern="1200" dirty="0"/>
            <a:t>Merge Data</a:t>
          </a:r>
        </a:p>
      </dsp:txBody>
      <dsp:txXfrm>
        <a:off x="1833164" y="2666994"/>
        <a:ext cx="1976454" cy="567255"/>
      </dsp:txXfrm>
    </dsp:sp>
    <dsp:sp modelId="{972E6A73-DCAA-4E64-93EC-4B013E2FA15E}">
      <dsp:nvSpPr>
        <dsp:cNvPr id="0" name=""/>
        <dsp:cNvSpPr/>
      </dsp:nvSpPr>
      <dsp:spPr>
        <a:xfrm>
          <a:off x="1533915" y="2337620"/>
          <a:ext cx="35205" cy="179325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0F83D4-07AC-48EE-B4CE-C727E753AFAE}">
      <dsp:nvSpPr>
        <dsp:cNvPr id="0" name=""/>
        <dsp:cNvSpPr/>
      </dsp:nvSpPr>
      <dsp:spPr>
        <a:xfrm>
          <a:off x="190110" y="517014"/>
          <a:ext cx="183069" cy="1830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485207-1B74-4384-98A4-0C95BF25AC55}">
      <dsp:nvSpPr>
        <dsp:cNvPr id="0" name=""/>
        <dsp:cNvSpPr/>
      </dsp:nvSpPr>
      <dsp:spPr>
        <a:xfrm>
          <a:off x="1459983" y="4039344"/>
          <a:ext cx="183069" cy="1830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840937-6A36-4D43-9564-51F22AE74009}">
      <dsp:nvSpPr>
        <dsp:cNvPr id="0" name=""/>
        <dsp:cNvSpPr/>
      </dsp:nvSpPr>
      <dsp:spPr>
        <a:xfrm>
          <a:off x="3103037" y="1179431"/>
          <a:ext cx="1976454" cy="1034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72CBE7-3014-49B1-A80E-57363B2CA049}">
      <dsp:nvSpPr>
        <dsp:cNvPr id="0" name=""/>
        <dsp:cNvSpPr/>
      </dsp:nvSpPr>
      <dsp:spPr>
        <a:xfrm>
          <a:off x="3103037" y="644229"/>
          <a:ext cx="1976454" cy="535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900" b="0" kern="1200" dirty="0" err="1"/>
            <a:t>Backtesting</a:t>
          </a:r>
          <a:r>
            <a:rPr lang="en-IN" sz="1900" b="0" kern="1200" dirty="0"/>
            <a:t> Engine</a:t>
          </a:r>
        </a:p>
      </dsp:txBody>
      <dsp:txXfrm>
        <a:off x="3103037" y="644229"/>
        <a:ext cx="1976454" cy="535202"/>
      </dsp:txXfrm>
    </dsp:sp>
    <dsp:sp modelId="{BA99AE2D-C0F6-4683-BDAA-DCF46D911F3C}">
      <dsp:nvSpPr>
        <dsp:cNvPr id="0" name=""/>
        <dsp:cNvSpPr/>
      </dsp:nvSpPr>
      <dsp:spPr>
        <a:xfrm>
          <a:off x="2803788" y="608549"/>
          <a:ext cx="35205" cy="174832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1FC485-47F0-4DA8-BBE8-A07808340319}">
      <dsp:nvSpPr>
        <dsp:cNvPr id="0" name=""/>
        <dsp:cNvSpPr/>
      </dsp:nvSpPr>
      <dsp:spPr>
        <a:xfrm>
          <a:off x="4372910" y="3234249"/>
          <a:ext cx="1976454" cy="860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168C0A-11A3-444D-BC82-33609C80B809}">
      <dsp:nvSpPr>
        <dsp:cNvPr id="0" name=""/>
        <dsp:cNvSpPr/>
      </dsp:nvSpPr>
      <dsp:spPr>
        <a:xfrm>
          <a:off x="4372910" y="2666994"/>
          <a:ext cx="1976454" cy="567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900" b="0" kern="1200" dirty="0"/>
            <a:t>Performance Metrics</a:t>
          </a:r>
        </a:p>
      </dsp:txBody>
      <dsp:txXfrm>
        <a:off x="4372910" y="2666994"/>
        <a:ext cx="1976454" cy="567255"/>
      </dsp:txXfrm>
    </dsp:sp>
    <dsp:sp modelId="{CDAFFE68-973B-4B1E-BF98-ACC92F6FD832}">
      <dsp:nvSpPr>
        <dsp:cNvPr id="0" name=""/>
        <dsp:cNvSpPr/>
      </dsp:nvSpPr>
      <dsp:spPr>
        <a:xfrm>
          <a:off x="4073661" y="2337620"/>
          <a:ext cx="35205" cy="179325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472699-2CAB-4076-A308-BE3500C857E4}">
      <dsp:nvSpPr>
        <dsp:cNvPr id="0" name=""/>
        <dsp:cNvSpPr/>
      </dsp:nvSpPr>
      <dsp:spPr>
        <a:xfrm>
          <a:off x="2729856" y="517014"/>
          <a:ext cx="183069" cy="1830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F6A32-C13D-4600-ADB9-F72A9AAEE653}">
      <dsp:nvSpPr>
        <dsp:cNvPr id="0" name=""/>
        <dsp:cNvSpPr/>
      </dsp:nvSpPr>
      <dsp:spPr>
        <a:xfrm>
          <a:off x="3999729" y="4039344"/>
          <a:ext cx="183069" cy="1830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39F6E1-5476-40ED-9FBC-7EA2EFE9DDD5}">
      <dsp:nvSpPr>
        <dsp:cNvPr id="0" name=""/>
        <dsp:cNvSpPr/>
      </dsp:nvSpPr>
      <dsp:spPr>
        <a:xfrm>
          <a:off x="5642783" y="1179431"/>
          <a:ext cx="1976454" cy="1034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438C9E-7123-459A-9A1D-A2293A73A521}">
      <dsp:nvSpPr>
        <dsp:cNvPr id="0" name=""/>
        <dsp:cNvSpPr/>
      </dsp:nvSpPr>
      <dsp:spPr>
        <a:xfrm>
          <a:off x="5642783" y="644229"/>
          <a:ext cx="1976454" cy="535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0" kern="1200" dirty="0"/>
            <a:t>Charts Generation</a:t>
          </a:r>
          <a:endParaRPr lang="en-IN" sz="1900" b="0" kern="1200" dirty="0"/>
        </a:p>
      </dsp:txBody>
      <dsp:txXfrm>
        <a:off x="5642783" y="644229"/>
        <a:ext cx="1976454" cy="535202"/>
      </dsp:txXfrm>
    </dsp:sp>
    <dsp:sp modelId="{9DD3BB79-A11D-439A-AEA7-C3FBB04E7823}">
      <dsp:nvSpPr>
        <dsp:cNvPr id="0" name=""/>
        <dsp:cNvSpPr/>
      </dsp:nvSpPr>
      <dsp:spPr>
        <a:xfrm>
          <a:off x="5343534" y="608549"/>
          <a:ext cx="35205" cy="174832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394248-2F57-4B21-A9AA-04DFE0FAB15B}">
      <dsp:nvSpPr>
        <dsp:cNvPr id="0" name=""/>
        <dsp:cNvSpPr/>
      </dsp:nvSpPr>
      <dsp:spPr>
        <a:xfrm>
          <a:off x="6912656" y="3234249"/>
          <a:ext cx="1976454" cy="860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DC679B-FDF3-4926-9EB5-F78164A5E500}">
      <dsp:nvSpPr>
        <dsp:cNvPr id="0" name=""/>
        <dsp:cNvSpPr/>
      </dsp:nvSpPr>
      <dsp:spPr>
        <a:xfrm>
          <a:off x="6912656" y="2666994"/>
          <a:ext cx="1976454" cy="567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900" b="0" kern="1200" dirty="0"/>
            <a:t>Market Regime Analysis</a:t>
          </a:r>
        </a:p>
      </dsp:txBody>
      <dsp:txXfrm>
        <a:off x="6912656" y="2666994"/>
        <a:ext cx="1976454" cy="567255"/>
      </dsp:txXfrm>
    </dsp:sp>
    <dsp:sp modelId="{C33E5000-788B-4C31-80E0-88191675C2ED}">
      <dsp:nvSpPr>
        <dsp:cNvPr id="0" name=""/>
        <dsp:cNvSpPr/>
      </dsp:nvSpPr>
      <dsp:spPr>
        <a:xfrm>
          <a:off x="6613407" y="2337620"/>
          <a:ext cx="35205" cy="179325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063D3F-BA8C-4518-9611-530B10590D1A}">
      <dsp:nvSpPr>
        <dsp:cNvPr id="0" name=""/>
        <dsp:cNvSpPr/>
      </dsp:nvSpPr>
      <dsp:spPr>
        <a:xfrm>
          <a:off x="5269602" y="517014"/>
          <a:ext cx="183069" cy="1830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E457E8-D3CB-4B4A-A1D2-BAB45A125D8B}">
      <dsp:nvSpPr>
        <dsp:cNvPr id="0" name=""/>
        <dsp:cNvSpPr/>
      </dsp:nvSpPr>
      <dsp:spPr>
        <a:xfrm>
          <a:off x="6539475" y="4039344"/>
          <a:ext cx="183069" cy="1830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1C8C5-46DD-421C-B912-B9197B606104}">
      <dsp:nvSpPr>
        <dsp:cNvPr id="0" name=""/>
        <dsp:cNvSpPr/>
      </dsp:nvSpPr>
      <dsp:spPr>
        <a:xfrm>
          <a:off x="8182529" y="1179431"/>
          <a:ext cx="1976454" cy="1034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CF7298-F936-419E-ABFE-1C5792139E76}">
      <dsp:nvSpPr>
        <dsp:cNvPr id="0" name=""/>
        <dsp:cNvSpPr/>
      </dsp:nvSpPr>
      <dsp:spPr>
        <a:xfrm>
          <a:off x="8182529" y="644229"/>
          <a:ext cx="1976454" cy="535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900" b="0" kern="1200" dirty="0"/>
            <a:t>Strategy Comparison</a:t>
          </a:r>
        </a:p>
      </dsp:txBody>
      <dsp:txXfrm>
        <a:off x="8182529" y="644229"/>
        <a:ext cx="1976454" cy="535202"/>
      </dsp:txXfrm>
    </dsp:sp>
    <dsp:sp modelId="{CA6E44D3-3EDF-40B0-A09B-727E2EF454FA}">
      <dsp:nvSpPr>
        <dsp:cNvPr id="0" name=""/>
        <dsp:cNvSpPr/>
      </dsp:nvSpPr>
      <dsp:spPr>
        <a:xfrm>
          <a:off x="7883280" y="608549"/>
          <a:ext cx="35205" cy="174832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E1BCF9-CBA6-455A-AED5-5F118131465F}">
      <dsp:nvSpPr>
        <dsp:cNvPr id="0" name=""/>
        <dsp:cNvSpPr/>
      </dsp:nvSpPr>
      <dsp:spPr>
        <a:xfrm>
          <a:off x="7809348" y="517014"/>
          <a:ext cx="183069" cy="1830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5FD37-5414-45FC-A492-A9E74F851501}">
      <dsp:nvSpPr>
        <dsp:cNvPr id="0" name=""/>
        <dsp:cNvSpPr/>
      </dsp:nvSpPr>
      <dsp:spPr>
        <a:xfrm>
          <a:off x="2109622" y="1133"/>
          <a:ext cx="3164433" cy="898908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400" kern="1200" dirty="0"/>
            <a:t>Bull Call Spread</a:t>
          </a:r>
        </a:p>
      </dsp:txBody>
      <dsp:txXfrm>
        <a:off x="2109622" y="113497"/>
        <a:ext cx="2827343" cy="674181"/>
      </dsp:txXfrm>
    </dsp:sp>
    <dsp:sp modelId="{AF55D068-34B0-4212-8EB6-DED2B8677613}">
      <dsp:nvSpPr>
        <dsp:cNvPr id="0" name=""/>
        <dsp:cNvSpPr/>
      </dsp:nvSpPr>
      <dsp:spPr>
        <a:xfrm>
          <a:off x="0" y="1133"/>
          <a:ext cx="2109622" cy="8989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Bullish </a:t>
          </a:r>
        </a:p>
      </dsp:txBody>
      <dsp:txXfrm>
        <a:off x="43881" y="45014"/>
        <a:ext cx="2021860" cy="811146"/>
      </dsp:txXfrm>
    </dsp:sp>
    <dsp:sp modelId="{ECEFC51E-0EE2-4E9E-9114-C85D559484FE}">
      <dsp:nvSpPr>
        <dsp:cNvPr id="0" name=""/>
        <dsp:cNvSpPr/>
      </dsp:nvSpPr>
      <dsp:spPr>
        <a:xfrm>
          <a:off x="2109622" y="989932"/>
          <a:ext cx="3164433" cy="898908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400" kern="1200" dirty="0"/>
            <a:t>Iron Condor</a:t>
          </a:r>
        </a:p>
      </dsp:txBody>
      <dsp:txXfrm>
        <a:off x="2109622" y="1102296"/>
        <a:ext cx="2827343" cy="674181"/>
      </dsp:txXfrm>
    </dsp:sp>
    <dsp:sp modelId="{D99ABA6D-4FE3-4206-BD23-35EA119A8DDB}">
      <dsp:nvSpPr>
        <dsp:cNvPr id="0" name=""/>
        <dsp:cNvSpPr/>
      </dsp:nvSpPr>
      <dsp:spPr>
        <a:xfrm>
          <a:off x="0" y="989932"/>
          <a:ext cx="2109622" cy="8989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Sideways </a:t>
          </a:r>
        </a:p>
      </dsp:txBody>
      <dsp:txXfrm>
        <a:off x="43881" y="1033813"/>
        <a:ext cx="2021860" cy="811146"/>
      </dsp:txXfrm>
    </dsp:sp>
    <dsp:sp modelId="{D92136D7-9B4F-4CE2-A4A3-E9B2C8FF4787}">
      <dsp:nvSpPr>
        <dsp:cNvPr id="0" name=""/>
        <dsp:cNvSpPr/>
      </dsp:nvSpPr>
      <dsp:spPr>
        <a:xfrm>
          <a:off x="2109622" y="1978731"/>
          <a:ext cx="3164433" cy="898908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400" kern="1200" dirty="0"/>
            <a:t>Long Straddle</a:t>
          </a:r>
        </a:p>
      </dsp:txBody>
      <dsp:txXfrm>
        <a:off x="2109622" y="2091095"/>
        <a:ext cx="2827343" cy="674181"/>
      </dsp:txXfrm>
    </dsp:sp>
    <dsp:sp modelId="{A9015BAB-9FF1-4B15-A258-D7CCF26786CA}">
      <dsp:nvSpPr>
        <dsp:cNvPr id="0" name=""/>
        <dsp:cNvSpPr/>
      </dsp:nvSpPr>
      <dsp:spPr>
        <a:xfrm>
          <a:off x="0" y="1978731"/>
          <a:ext cx="2109622" cy="8989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Volatile </a:t>
          </a:r>
        </a:p>
      </dsp:txBody>
      <dsp:txXfrm>
        <a:off x="43881" y="2022612"/>
        <a:ext cx="2021860" cy="811146"/>
      </dsp:txXfrm>
    </dsp:sp>
    <dsp:sp modelId="{333B4B3E-BBEB-4E18-A275-54CB9A09D6FD}">
      <dsp:nvSpPr>
        <dsp:cNvPr id="0" name=""/>
        <dsp:cNvSpPr/>
      </dsp:nvSpPr>
      <dsp:spPr>
        <a:xfrm>
          <a:off x="2109622" y="2967531"/>
          <a:ext cx="3164433" cy="898908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400" kern="1200"/>
            <a:t>Covered Call</a:t>
          </a:r>
          <a:endParaRPr lang="en-IN" sz="2400" kern="1200" dirty="0"/>
        </a:p>
      </dsp:txBody>
      <dsp:txXfrm>
        <a:off x="2109622" y="3079895"/>
        <a:ext cx="2827343" cy="674181"/>
      </dsp:txXfrm>
    </dsp:sp>
    <dsp:sp modelId="{66DED881-1AE4-4CC0-A654-399FC3235D65}">
      <dsp:nvSpPr>
        <dsp:cNvPr id="0" name=""/>
        <dsp:cNvSpPr/>
      </dsp:nvSpPr>
      <dsp:spPr>
        <a:xfrm>
          <a:off x="0" y="2967531"/>
          <a:ext cx="2109622" cy="8989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Own Asset</a:t>
          </a:r>
          <a:endParaRPr lang="en-IN" sz="2400" kern="1200" dirty="0"/>
        </a:p>
      </dsp:txBody>
      <dsp:txXfrm>
        <a:off x="43881" y="3011412"/>
        <a:ext cx="2021860" cy="8111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BulletTimelineInverted">
  <dgm:title val=""/>
  <dgm:desc val=""/>
  <dgm:catLst>
    <dgm:cat type="process" pri="7451"/>
    <dgm:cat type="timeline" pri="101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E2514-A473-4992-801D-3EFB5BEC5BD0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35E284F-A000-4286-959F-E6EA52C03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0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E2514-A473-4992-801D-3EFB5BEC5BD0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84F-A000-4286-959F-E6EA52C03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420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E2514-A473-4992-801D-3EFB5BEC5BD0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35E284F-A000-4286-959F-E6EA52C03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65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E2514-A473-4992-801D-3EFB5BEC5BD0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35E284F-A000-4286-959F-E6EA52C03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367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E2514-A473-4992-801D-3EFB5BEC5BD0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35E284F-A000-4286-959F-E6EA52C03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728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E2514-A473-4992-801D-3EFB5BEC5BD0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84F-A000-4286-959F-E6EA52C03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892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E2514-A473-4992-801D-3EFB5BEC5BD0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84F-A000-4286-959F-E6EA52C03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319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E2514-A473-4992-801D-3EFB5BEC5BD0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84F-A000-4286-959F-E6EA52C03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44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E2514-A473-4992-801D-3EFB5BEC5BD0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35E284F-A000-4286-959F-E6EA52C03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294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E2514-A473-4992-801D-3EFB5BEC5BD0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35E284F-A000-4286-959F-E6EA52C03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29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E2514-A473-4992-801D-3EFB5BEC5BD0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35E284F-A000-4286-959F-E6EA52C0364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7519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E2514-A473-4992-801D-3EFB5BEC5BD0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35E284F-A000-4286-959F-E6EA52C03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8197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E2514-A473-4992-801D-3EFB5BEC5BD0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35E284F-A000-4286-959F-E6EA52C03645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17433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E2514-A473-4992-801D-3EFB5BEC5BD0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35E284F-A000-4286-959F-E6EA52C03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0754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E2514-A473-4992-801D-3EFB5BEC5BD0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84F-A000-4286-959F-E6EA52C03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77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E2514-A473-4992-801D-3EFB5BEC5BD0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84F-A000-4286-959F-E6EA52C03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758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E2514-A473-4992-801D-3EFB5BEC5BD0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35E284F-A000-4286-959F-E6EA52C03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66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1E39E-22FB-5E37-EDC5-BB550ECA5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7736" y="2487169"/>
            <a:ext cx="9144000" cy="1562290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/>
              <a:t>Options Strategy Back testing on Bank Nifty (2022–2024)</a:t>
            </a:r>
          </a:p>
        </p:txBody>
      </p:sp>
    </p:spTree>
    <p:extLst>
      <p:ext uri="{BB962C8B-B14F-4D97-AF65-F5344CB8AC3E}">
        <p14:creationId xmlns:p14="http://schemas.microsoft.com/office/powerpoint/2010/main" val="2281472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2CBD4-7FBA-6B37-6025-407EA7708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9182" y="331502"/>
            <a:ext cx="4173635" cy="802354"/>
          </a:xfrm>
        </p:spPr>
        <p:txBody>
          <a:bodyPr/>
          <a:lstStyle/>
          <a:p>
            <a:r>
              <a:rPr lang="en-IN" b="1" dirty="0"/>
              <a:t>Project Workflow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6C96F13-86BF-2ED9-F835-6AA852726A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2839424"/>
              </p:ext>
            </p:extLst>
          </p:nvPr>
        </p:nvGraphicFramePr>
        <p:xfrm>
          <a:off x="1399032" y="1307592"/>
          <a:ext cx="10158984" cy="4693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9075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3DB1E-606C-503D-DAA2-B6AB706CE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348" y="431895"/>
            <a:ext cx="4455843" cy="1280890"/>
          </a:xfrm>
        </p:spPr>
        <p:txBody>
          <a:bodyPr/>
          <a:lstStyle/>
          <a:p>
            <a:r>
              <a:rPr lang="en-IN" b="1" dirty="0"/>
              <a:t>Covered Call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3027D3-6F64-9741-1A52-43FC986603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827" y="3592874"/>
            <a:ext cx="5282036" cy="2996372"/>
          </a:xfrm>
          <a:prstGeom prst="rect">
            <a:avLst/>
          </a:prstGeom>
        </p:spPr>
      </p:pic>
      <p:pic>
        <p:nvPicPr>
          <p:cNvPr id="7" name="Picture 6" descr="What is a Covered Call? – Sarwa">
            <a:extLst>
              <a:ext uri="{FF2B5EF4-FFF2-40B4-BE49-F238E27FC236}">
                <a16:creationId xmlns:a16="http://schemas.microsoft.com/office/drawing/2014/main" id="{E39D805B-1B1A-AED2-5B4E-CE43D89FF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703" y="624109"/>
            <a:ext cx="2804159" cy="2804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7A6D89-002A-C6AF-4255-ED80393E8938}"/>
              </a:ext>
            </a:extLst>
          </p:cNvPr>
          <p:cNvSpPr txBox="1"/>
          <p:nvPr/>
        </p:nvSpPr>
        <p:spPr>
          <a:xfrm>
            <a:off x="1401224" y="4782430"/>
            <a:ext cx="45691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Best suited for moderately bullish markets with relatively stable returns.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9089FE1-5F21-5B26-3ABC-A9674EE2BE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569302"/>
              </p:ext>
            </p:extLst>
          </p:nvPr>
        </p:nvGraphicFramePr>
        <p:xfrm>
          <a:off x="1391349" y="1398313"/>
          <a:ext cx="5905564" cy="2194560"/>
        </p:xfrm>
        <a:graphic>
          <a:graphicData uri="http://schemas.openxmlformats.org/drawingml/2006/table">
            <a:tbl>
              <a:tblPr/>
              <a:tblGrid>
                <a:gridCol w="2952782">
                  <a:extLst>
                    <a:ext uri="{9D8B030D-6E8A-4147-A177-3AD203B41FA5}">
                      <a16:colId xmlns:a16="http://schemas.microsoft.com/office/drawing/2014/main" val="3296965518"/>
                    </a:ext>
                  </a:extLst>
                </a:gridCol>
                <a:gridCol w="2952782">
                  <a:extLst>
                    <a:ext uri="{9D8B030D-6E8A-4147-A177-3AD203B41FA5}">
                      <a16:colId xmlns:a16="http://schemas.microsoft.com/office/drawing/2014/main" val="33000035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i="1" dirty="0"/>
                        <a:t>Performance 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i="1" dirty="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751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Total </a:t>
                      </a:r>
                      <a:r>
                        <a:rPr lang="en-IN" b="0" dirty="0" err="1"/>
                        <a:t>P&amp;L</a:t>
                      </a:r>
                      <a:endParaRPr lang="en-IN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₹913,530.50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844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Win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86.11%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839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Maximum Drawdown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-₹31,212.50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497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Sharpe Ratio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3.18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654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Average Monthly 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₹25,375.85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530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5749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3087-FBA0-B064-EC3A-859C557AB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Bull Call Spread</a:t>
            </a:r>
          </a:p>
        </p:txBody>
      </p:sp>
      <p:pic>
        <p:nvPicPr>
          <p:cNvPr id="4" name="Picture 3" descr="Bull Call Spread: Complete Beginner's Guide | TradingBlock">
            <a:extLst>
              <a:ext uri="{FF2B5EF4-FFF2-40B4-BE49-F238E27FC236}">
                <a16:creationId xmlns:a16="http://schemas.microsoft.com/office/drawing/2014/main" id="{C336F885-7922-C78F-5378-A7D9C9BF1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9892" y="301333"/>
            <a:ext cx="3686556" cy="24387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904A9F-806D-DD87-FE0F-CF28982400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037" y="3062910"/>
            <a:ext cx="5352299" cy="3493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288CD0-DF9A-58D1-3662-AFD46820BDCF}"/>
              </a:ext>
            </a:extLst>
          </p:cNvPr>
          <p:cNvSpPr txBox="1"/>
          <p:nvPr/>
        </p:nvSpPr>
        <p:spPr>
          <a:xfrm>
            <a:off x="927770" y="5251734"/>
            <a:ext cx="51682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Generates limited-risk profits during bullish trends.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E66C127-09A2-429E-6945-234B61DC0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508476"/>
              </p:ext>
            </p:extLst>
          </p:nvPr>
        </p:nvGraphicFramePr>
        <p:xfrm>
          <a:off x="927770" y="1703482"/>
          <a:ext cx="5168230" cy="2468880"/>
        </p:xfrm>
        <a:graphic>
          <a:graphicData uri="http://schemas.openxmlformats.org/drawingml/2006/table">
            <a:tbl>
              <a:tblPr/>
              <a:tblGrid>
                <a:gridCol w="2584115">
                  <a:extLst>
                    <a:ext uri="{9D8B030D-6E8A-4147-A177-3AD203B41FA5}">
                      <a16:colId xmlns:a16="http://schemas.microsoft.com/office/drawing/2014/main" val="2558501014"/>
                    </a:ext>
                  </a:extLst>
                </a:gridCol>
                <a:gridCol w="2584115">
                  <a:extLst>
                    <a:ext uri="{9D8B030D-6E8A-4147-A177-3AD203B41FA5}">
                      <a16:colId xmlns:a16="http://schemas.microsoft.com/office/drawing/2014/main" val="22835260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i="1" dirty="0"/>
                        <a:t>Performance 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i="1" dirty="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610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Total P&amp;L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₹80,552.25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59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Win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61.11%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063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Maximum Drawdown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-₹35,657.50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9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Sharpe Ratio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0.60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175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Average Monthly 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₹2,237.56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385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0788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12CB8-9B92-3777-2233-FA053C3CF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Iron Condor</a:t>
            </a:r>
          </a:p>
        </p:txBody>
      </p:sp>
      <p:pic>
        <p:nvPicPr>
          <p:cNvPr id="4" name="Picture 3" descr="What Is an Iron Condor Option Strategy? | by Matthew &quot;Whiz&quot; Buckley | Medium">
            <a:extLst>
              <a:ext uri="{FF2B5EF4-FFF2-40B4-BE49-F238E27FC236}">
                <a16:creationId xmlns:a16="http://schemas.microsoft.com/office/drawing/2014/main" id="{12FDC66B-AAC1-AF4F-54B1-3BDBE1439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784" y="561612"/>
            <a:ext cx="4005072" cy="23805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CFDAAF-BD3D-E224-1F7D-E1BB5E158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589" y="3028918"/>
            <a:ext cx="5486411" cy="34999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7355FC-2598-563E-5F59-2C7A1420C17A}"/>
              </a:ext>
            </a:extLst>
          </p:cNvPr>
          <p:cNvSpPr txBox="1"/>
          <p:nvPr/>
        </p:nvSpPr>
        <p:spPr>
          <a:xfrm>
            <a:off x="1133856" y="5157218"/>
            <a:ext cx="4617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Performs best in sideways markets with low volatility.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17A8FA1-1952-8C68-8A3C-759D8C84E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854623"/>
              </p:ext>
            </p:extLst>
          </p:nvPr>
        </p:nvGraphicFramePr>
        <p:xfrm>
          <a:off x="1133855" y="1748028"/>
          <a:ext cx="5190734" cy="2468880"/>
        </p:xfrm>
        <a:graphic>
          <a:graphicData uri="http://schemas.openxmlformats.org/drawingml/2006/table">
            <a:tbl>
              <a:tblPr/>
              <a:tblGrid>
                <a:gridCol w="2595367">
                  <a:extLst>
                    <a:ext uri="{9D8B030D-6E8A-4147-A177-3AD203B41FA5}">
                      <a16:colId xmlns:a16="http://schemas.microsoft.com/office/drawing/2014/main" val="3264119963"/>
                    </a:ext>
                  </a:extLst>
                </a:gridCol>
                <a:gridCol w="2595367">
                  <a:extLst>
                    <a:ext uri="{9D8B030D-6E8A-4147-A177-3AD203B41FA5}">
                      <a16:colId xmlns:a16="http://schemas.microsoft.com/office/drawing/2014/main" val="15123174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i="1" dirty="0"/>
                        <a:t>Performance 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i="1" dirty="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25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Total P&amp;L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₹66,716.25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918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Win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52.14%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362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Maximum Drawdown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-₹243,171.25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635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Sharpe Ratio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0.07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680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Average Monthly 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₹1,853.23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750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5686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91D42-116F-D2DF-4F9C-12D2136E8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Long Straddle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4F400F-B631-700E-EBA6-E9FBDBC78668}"/>
              </a:ext>
            </a:extLst>
          </p:cNvPr>
          <p:cNvSpPr txBox="1"/>
          <p:nvPr/>
        </p:nvSpPr>
        <p:spPr>
          <a:xfrm>
            <a:off x="870966" y="4671116"/>
            <a:ext cx="52250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Profits from large price movements regardless of direction.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2F856C-8D05-7E39-FF77-F86BF7FE1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266" y="3288058"/>
            <a:ext cx="5077891" cy="3277334"/>
          </a:xfrm>
          <a:prstGeom prst="rect">
            <a:avLst/>
          </a:prstGeom>
        </p:spPr>
      </p:pic>
      <p:pic>
        <p:nvPicPr>
          <p:cNvPr id="8" name="Picture 7" descr="Long Straddle Options Strategy: Beginner's Guide | TradingBlock">
            <a:extLst>
              <a:ext uri="{FF2B5EF4-FFF2-40B4-BE49-F238E27FC236}">
                <a16:creationId xmlns:a16="http://schemas.microsoft.com/office/drawing/2014/main" id="{45F36A6B-0F5B-7995-3CCA-75010D8A5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064" y="575937"/>
            <a:ext cx="3733093" cy="246958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54C843B-963D-7C63-FB75-86359AA73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251721"/>
              </p:ext>
            </p:extLst>
          </p:nvPr>
        </p:nvGraphicFramePr>
        <p:xfrm>
          <a:off x="870966" y="1617919"/>
          <a:ext cx="5225034" cy="2468880"/>
        </p:xfrm>
        <a:graphic>
          <a:graphicData uri="http://schemas.openxmlformats.org/drawingml/2006/table">
            <a:tbl>
              <a:tblPr/>
              <a:tblGrid>
                <a:gridCol w="2612517">
                  <a:extLst>
                    <a:ext uri="{9D8B030D-6E8A-4147-A177-3AD203B41FA5}">
                      <a16:colId xmlns:a16="http://schemas.microsoft.com/office/drawing/2014/main" val="1972046291"/>
                    </a:ext>
                  </a:extLst>
                </a:gridCol>
                <a:gridCol w="2612517">
                  <a:extLst>
                    <a:ext uri="{9D8B030D-6E8A-4147-A177-3AD203B41FA5}">
                      <a16:colId xmlns:a16="http://schemas.microsoft.com/office/drawing/2014/main" val="16001302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i="1" dirty="0"/>
                        <a:t>Performance 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i="1" dirty="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10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Total P&amp;L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-₹848,257.25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678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Win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13.89%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770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Maximum Drawdown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-₹839,718.50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227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Sharpe Ratio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-3.55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58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Average Monthly 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-₹23,562.70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593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3007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1AFB4-9AC8-97A7-3DE0-3CAD78729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830" y="422882"/>
            <a:ext cx="5234339" cy="1280890"/>
          </a:xfrm>
        </p:spPr>
        <p:txBody>
          <a:bodyPr/>
          <a:lstStyle/>
          <a:p>
            <a:r>
              <a:rPr lang="en-IN" b="1" dirty="0"/>
              <a:t>Strategy Comparison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28177C-3FE9-FF95-BF6E-6E2F2B852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415" y="1703772"/>
            <a:ext cx="9516608" cy="24688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212B75-3BA1-DE8B-DE6C-9C2706777467}"/>
              </a:ext>
            </a:extLst>
          </p:cNvPr>
          <p:cNvSpPr txBox="1"/>
          <p:nvPr/>
        </p:nvSpPr>
        <p:spPr>
          <a:xfrm>
            <a:off x="2096262" y="4991877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Highest Profit:  ₹9,13,531</a:t>
            </a:r>
          </a:p>
          <a:p>
            <a:r>
              <a:rPr lang="en-IN" dirty="0"/>
              <a:t>Highest Win Rate:  86.1%</a:t>
            </a:r>
          </a:p>
          <a:p>
            <a:r>
              <a:rPr lang="en-IN" dirty="0"/>
              <a:t>Lowest Drawdown:  ₹31,213</a:t>
            </a:r>
          </a:p>
        </p:txBody>
      </p:sp>
    </p:spTree>
    <p:extLst>
      <p:ext uri="{BB962C8B-B14F-4D97-AF65-F5344CB8AC3E}">
        <p14:creationId xmlns:p14="http://schemas.microsoft.com/office/powerpoint/2010/main" val="4130581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19128-07B4-2DE0-DAAC-F23A8B0A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3382" y="477806"/>
            <a:ext cx="5545235" cy="1280890"/>
          </a:xfrm>
        </p:spPr>
        <p:txBody>
          <a:bodyPr/>
          <a:lstStyle/>
          <a:p>
            <a:r>
              <a:rPr lang="en-IN" b="1" dirty="0"/>
              <a:t>Market Regime Analysis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C78651-D5ED-ED42-D497-30C5169540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797843"/>
              </p:ext>
            </p:extLst>
          </p:nvPr>
        </p:nvGraphicFramePr>
        <p:xfrm>
          <a:off x="1865376" y="1905000"/>
          <a:ext cx="9227756" cy="2138170"/>
        </p:xfrm>
        <a:graphic>
          <a:graphicData uri="http://schemas.openxmlformats.org/drawingml/2006/table">
            <a:tbl>
              <a:tblPr/>
              <a:tblGrid>
                <a:gridCol w="2306939">
                  <a:extLst>
                    <a:ext uri="{9D8B030D-6E8A-4147-A177-3AD203B41FA5}">
                      <a16:colId xmlns:a16="http://schemas.microsoft.com/office/drawing/2014/main" val="825798392"/>
                    </a:ext>
                  </a:extLst>
                </a:gridCol>
                <a:gridCol w="2306939">
                  <a:extLst>
                    <a:ext uri="{9D8B030D-6E8A-4147-A177-3AD203B41FA5}">
                      <a16:colId xmlns:a16="http://schemas.microsoft.com/office/drawing/2014/main" val="2714687135"/>
                    </a:ext>
                  </a:extLst>
                </a:gridCol>
                <a:gridCol w="2306939">
                  <a:extLst>
                    <a:ext uri="{9D8B030D-6E8A-4147-A177-3AD203B41FA5}">
                      <a16:colId xmlns:a16="http://schemas.microsoft.com/office/drawing/2014/main" val="3457243343"/>
                    </a:ext>
                  </a:extLst>
                </a:gridCol>
                <a:gridCol w="2306939">
                  <a:extLst>
                    <a:ext uri="{9D8B030D-6E8A-4147-A177-3AD203B41FA5}">
                      <a16:colId xmlns:a16="http://schemas.microsoft.com/office/drawing/2014/main" val="2484913457"/>
                    </a:ext>
                  </a:extLst>
                </a:gridCol>
              </a:tblGrid>
              <a:tr h="427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Strategy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Trending 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Trending Down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Sideways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030923"/>
                  </a:ext>
                </a:extLst>
              </a:tr>
              <a:tr h="427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Covered 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671000"/>
                  </a:ext>
                </a:extLst>
              </a:tr>
              <a:tr h="427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Bull Call Spread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069942"/>
                  </a:ext>
                </a:extLst>
              </a:tr>
              <a:tr h="427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Iron Condor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543124"/>
                  </a:ext>
                </a:extLst>
              </a:tr>
              <a:tr h="427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 Straddle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689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8F6EBD-05A1-6A1F-462B-3A6DB49455B2}"/>
              </a:ext>
            </a:extLst>
          </p:cNvPr>
          <p:cNvSpPr txBox="1"/>
          <p:nvPr/>
        </p:nvSpPr>
        <p:spPr>
          <a:xfrm>
            <a:off x="3919727" y="4855571"/>
            <a:ext cx="43525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Covered Call   →    Bullish Bull</a:t>
            </a:r>
          </a:p>
          <a:p>
            <a:r>
              <a:rPr lang="en-IN" dirty="0"/>
              <a:t>Call Spread      →    Strong Bullish</a:t>
            </a:r>
            <a:br>
              <a:rPr lang="en-IN" dirty="0"/>
            </a:br>
            <a:r>
              <a:rPr lang="en-IN" dirty="0"/>
              <a:t>Iron Condor      →   Sideways</a:t>
            </a:r>
          </a:p>
          <a:p>
            <a:r>
              <a:rPr lang="en-IN" dirty="0"/>
              <a:t>Long Straddle   →   High Volatility</a:t>
            </a:r>
          </a:p>
        </p:txBody>
      </p:sp>
    </p:spTree>
    <p:extLst>
      <p:ext uri="{BB962C8B-B14F-4D97-AF65-F5344CB8AC3E}">
        <p14:creationId xmlns:p14="http://schemas.microsoft.com/office/powerpoint/2010/main" val="3081372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EB666-DAEE-F959-6640-5D819D28A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Which Strategy Should Be Used?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4AB29B-F58E-162D-4B0C-ECE11228A591}"/>
              </a:ext>
            </a:extLst>
          </p:cNvPr>
          <p:cNvSpPr txBox="1"/>
          <p:nvPr/>
        </p:nvSpPr>
        <p:spPr>
          <a:xfrm>
            <a:off x="895457" y="2031728"/>
            <a:ext cx="50603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If market is </a:t>
            </a:r>
            <a:r>
              <a:rPr lang="en-IN" b="1" dirty="0"/>
              <a:t>Trending 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Bull Call Spread </a:t>
            </a:r>
          </a:p>
          <a:p>
            <a:endParaRPr lang="en-IN" dirty="0"/>
          </a:p>
          <a:p>
            <a:r>
              <a:rPr lang="en-IN" dirty="0"/>
              <a:t>If market is </a:t>
            </a:r>
            <a:r>
              <a:rPr lang="en-IN" b="1" dirty="0"/>
              <a:t>Sideways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Iron Condor </a:t>
            </a:r>
          </a:p>
          <a:p>
            <a:endParaRPr lang="en-IN" dirty="0"/>
          </a:p>
          <a:p>
            <a:r>
              <a:rPr lang="en-IN" dirty="0"/>
              <a:t>If market is </a:t>
            </a:r>
            <a:r>
              <a:rPr lang="en-IN" b="1" dirty="0"/>
              <a:t>Highly Volatile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Long Straddle </a:t>
            </a:r>
          </a:p>
          <a:p>
            <a:endParaRPr lang="en-IN" dirty="0"/>
          </a:p>
          <a:p>
            <a:r>
              <a:rPr lang="en-IN" dirty="0"/>
              <a:t>If investor already owns </a:t>
            </a:r>
            <a:r>
              <a:rPr lang="en-IN" dirty="0" err="1"/>
              <a:t>BankNifty</a:t>
            </a:r>
            <a:r>
              <a:rPr lang="en-IN" dirty="0"/>
              <a:t> ETF/Futures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Covered Call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1CCB08C-4C58-7E3D-819D-ECE7A81567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3914985"/>
              </p:ext>
            </p:extLst>
          </p:nvPr>
        </p:nvGraphicFramePr>
        <p:xfrm>
          <a:off x="6236208" y="1905000"/>
          <a:ext cx="5274056" cy="3867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9341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1D968-5D93-F49F-1E0B-C3927D7B4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761" y="437825"/>
            <a:ext cx="6094477" cy="1280890"/>
          </a:xfrm>
        </p:spPr>
        <p:txBody>
          <a:bodyPr/>
          <a:lstStyle/>
          <a:p>
            <a:r>
              <a:rPr lang="en-IN" b="1" dirty="0"/>
              <a:t>Conclusion &amp; Future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9E90C-9D82-653A-8D7A-4A7FA5A12DEE}"/>
              </a:ext>
            </a:extLst>
          </p:cNvPr>
          <p:cNvSpPr txBox="1"/>
          <p:nvPr/>
        </p:nvSpPr>
        <p:spPr>
          <a:xfrm>
            <a:off x="1453896" y="1718715"/>
            <a:ext cx="987552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Findings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Multiple strategies outperform under different market regimes.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No single strategy is optimal for all market conditions.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Regime-based strategy selection improves decision-making. 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Future Enhancements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Add stop-loss and take-profit rules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Include transaction costs and slippage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Optimize strike selection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Incorporate machine learning for regime prediction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Extend </a:t>
            </a:r>
            <a:r>
              <a:rPr lang="en-IN" dirty="0" err="1"/>
              <a:t>backtesting</a:t>
            </a:r>
            <a:r>
              <a:rPr lang="en-IN" dirty="0"/>
              <a:t> to Nifty and </a:t>
            </a:r>
            <a:r>
              <a:rPr lang="en-IN" dirty="0" err="1"/>
              <a:t>FinNifty</a:t>
            </a:r>
            <a:r>
              <a:rPr lang="en-IN" dirty="0"/>
              <a:t>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"The best options strategy depends not only on market direction but also on prevailing market regime and volatility."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297950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101</TotalTime>
  <Words>376</Words>
  <Application>Microsoft Office PowerPoint</Application>
  <PresentationFormat>Widescreen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Wisp</vt:lpstr>
      <vt:lpstr>Options Strategy Back testing on Bank Nifty (2022–2024)</vt:lpstr>
      <vt:lpstr>Project Workflow</vt:lpstr>
      <vt:lpstr>Covered Call</vt:lpstr>
      <vt:lpstr>Bull Call Spread</vt:lpstr>
      <vt:lpstr>Iron Condor</vt:lpstr>
      <vt:lpstr>Long Straddle</vt:lpstr>
      <vt:lpstr>Strategy Comparison</vt:lpstr>
      <vt:lpstr>Market Regime Analysis</vt:lpstr>
      <vt:lpstr>Which Strategy Should Be Used?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Goyal</dc:creator>
  <cp:lastModifiedBy>Shivam Goyal</cp:lastModifiedBy>
  <cp:revision>4</cp:revision>
  <dcterms:created xsi:type="dcterms:W3CDTF">2026-06-30T07:04:15Z</dcterms:created>
  <dcterms:modified xsi:type="dcterms:W3CDTF">2026-06-30T08:46:08Z</dcterms:modified>
</cp:coreProperties>
</file>